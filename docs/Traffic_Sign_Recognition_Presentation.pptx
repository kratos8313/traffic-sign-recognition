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Images</c:v>
          </c:tx>
          <c:spPr>
            <a:solidFill>
              <a:srgbClr val="0B2C5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Training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31367</c:v>
                </c:pt>
                <c:pt idx="1">
                  <c:v>7842</c:v>
                </c:pt>
                <c:pt idx="2">
                  <c:v>12630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98-4F19-B02A-6B94C8BC8DD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local training notebook. Training 31,367, validation 7,842, test 12,630. Stratification preserves class proportions. Chart uses literal counts from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model summary and notebook. ReLU in convolution and hidden dense layers. Valid padding. Total trainable parameters: 356,939.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learning curves and notebook. Epoch indexes 0–19 indicate 20 epochs. Dropout runs during training and is disabled for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latest classification report. Exact accuracy 0.9789390340459224, rounded to 97.89%. Macro F1 0.97 and weighted F1 0.98 are rounded in the source. Class 30 and class 41 each have F1 0.86.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two Streamlit screenshots and app.py. Crops remove browser chrome and blank areas. Screenshot shows 50 km/h 97.81%, 30 km/h 1.72%, 80 km/h 0.36%. Model confidence for one example differs from test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notebook and app. Augmentation, object detection and TensorFlow Lite are proposed extensions, not implemented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833A3-A4D4-4911-AA45-C09F1373F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E6138-FDF2-4C0C-B937-13081DC7F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14BB9-DE2C-4982-99B0-FB2FC35D428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228EB-A421-4D72-BDCB-012750AD97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D0F58-AD01-49A3-9C20-2D77D28A65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4B94A-7DD7-4AA6-97B3-DFD3B4C3B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73BEB-AA94-4103-8042-8227D28E8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AFC4C-D0C9-4767-AD91-12DAA704DB2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31AF1-2112-4F13-8A1F-DAE3D85EF4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1A244-7FB6-44C7-83C6-C5BBAD138C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05F8-1F2C-4FEB-8012-0DBA42ECA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AE8BA-C102-4157-94B3-A3F128D97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4BFBB-5357-48C7-8C1A-E7B9507EF4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76FCF-EBFD-4BEE-9855-118DA8CC2D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5996B-14F9-4B82-AFB4-6FE871FB31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00477-3235-493F-9C40-9C445A830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66AEC-C013-4DED-8C68-F6C4477F0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6F76B-3560-456F-A686-8F7A81FF75A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0591A-987D-4941-BD44-C8BBD2CD23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10/26/2026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AD8DCC-0FD2-4EDA-AEDF-51E5CB971F5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99274-DDB3-47D4-98B2-998D03BA4C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7083-DD6A-4334-885A-7A8C7E681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31291-E14B-4185-B7E0-228892753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F4FA5-2497-4509-A481-F433FB2CBB4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529E59-A86F-431B-A104-DC0C2695950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E1F0A5-8021-4F12-AF37-4D4D2C7459F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0C23E9-58B9-4221-98A1-0A2AD0C911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10/26/2026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6C7327-9D8F-4ED8-A03C-A8003DD5C71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936540-A35A-4DE0-BFED-015DEB5CA1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4C824-F80A-401E-90F7-F63D52BF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59E071-FA6B-48F6-94B3-147188685F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10/26/2026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3654A8-F301-4896-B293-C77C319434F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3EDC42-0F75-4B6C-8536-84F61A3B6D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6EC0C1-A388-4DBA-BF5B-5D989973C2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10/26/2026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D6418A-5D0A-4FF7-8DF1-F8EB0D9A6C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E4717-61A6-4FC9-B6FF-4E1EAA49BF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0710-5EDE-40B6-9D6B-5079BEDDB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86D42-60F6-4C30-A315-A562F969D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8A3D2-CA63-4DA8-8E22-841F9C6FCD8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47E5A-BDA0-4745-BCA9-710C88A3C0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10/26/2026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2BCA5-E84A-4C41-B9B0-96A1FCC24AA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5F63F-64B8-419A-BB97-7C15DAD45D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49CA-5738-474A-892F-98CCB5D58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230F7E-E9CE-42E2-8BF7-C945461B2E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CF542-DA71-4A8C-9ADF-86999BF794D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B8489-4D53-4F1D-B0FE-732E9BAD49F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10/26/2026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2B1C5-A9C9-4555-B45A-294AB80F90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C8EEF-D84B-4BC4-B5B1-21DACDFF12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5BFE4-DFAF-40DD-96F1-CD7038178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E97D73-B520-4473-8BED-E54670502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5C6C5-E147-4D97-AAA0-2035763E4D9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ACAFC-4D1D-49A4-A0F2-3027922F10B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F4C64-F99F-4E99-98CB-AFD172AC97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2C4B68-5CEE-4FDA-8F5F-2A98B1171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B9EC8-FA94-4C00-B337-6C465B347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0297C-8B44-456F-A644-5E629AB6411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62858-DFAB-45D8-8AC0-C8E741139B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4C6AE-7756-4801-BA80-7C6EC60C95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B8C5B3-611A-4EDC-8597-ABF833A94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C8290-3BF4-459E-9E75-F5AD7B271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E6C91-135E-478A-9E39-8D8F94E9FCE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10/26/2026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C8CF1-39B7-453A-9DB2-15F8AF63A43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A3635-A520-42E1-8228-FF93ACE1B9B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6B36DA6-C209-4A60-A0CB-A2B5E650B37A}"/>
              </a:ext>
            </a:extLst>
          </p:cNvPr>
          <p:cNvSpPr>
            <a:spLocks noGrp="1"/>
          </p:cNvSpPr>
          <p:nvPr/>
        </p:nvSpPr>
        <p:spPr>
          <a:xfrm>
            <a:off x="3095625" y="904875"/>
            <a:ext cx="828675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sz="3000" b="1">
                <a:solidFill>
                  <a:srgbClr val="0B2C50"/>
                </a:solidFill>
              </a:defRPr>
            </a:defPPr>
            <a:lvl1pPr>
              <a:defRPr sz="3000" b="1">
                <a:solidFill>
                  <a:srgbClr val="0B2C50"/>
                </a:solidFill>
              </a:defRPr>
            </a:lvl1pPr>
            <a:lvl2pPr>
              <a:defRPr sz="3000" b="1">
                <a:solidFill>
                  <a:srgbClr val="0B2C50"/>
                </a:solidFill>
              </a:defRPr>
            </a:lvl2pPr>
            <a:lvl3pPr>
              <a:defRPr sz="3000" b="1">
                <a:solidFill>
                  <a:srgbClr val="0B2C50"/>
                </a:solidFill>
              </a:defRPr>
            </a:lvl3pPr>
            <a:lvl4pPr>
              <a:defRPr sz="3000" b="1">
                <a:solidFill>
                  <a:srgbClr val="0B2C50"/>
                </a:solidFill>
              </a:defRPr>
            </a:lvl4pPr>
            <a:lvl5pPr>
              <a:defRPr sz="3000" b="1">
                <a:solidFill>
                  <a:srgbClr val="0B2C50"/>
                </a:solidFill>
              </a:defRPr>
            </a:lvl5pPr>
            <a:lvl6pPr>
              <a:defRPr sz="3000" b="1">
                <a:solidFill>
                  <a:srgbClr val="0B2C50"/>
                </a:solidFill>
              </a:defRPr>
            </a:lvl6pPr>
            <a:lvl7pPr>
              <a:defRPr sz="3000" b="1">
                <a:solidFill>
                  <a:srgbClr val="0B2C50"/>
                </a:solidFill>
              </a:defRPr>
            </a:lvl7pPr>
            <a:lvl8pPr>
              <a:defRPr sz="3000" b="1">
                <a:solidFill>
                  <a:srgbClr val="0B2C50"/>
                </a:solidFill>
              </a:defRPr>
            </a:lvl8pPr>
            <a:lvl9pPr>
              <a:defRPr sz="3000" b="1">
                <a:solidFill>
                  <a:srgbClr val="0B2C50"/>
                </a:solidFill>
              </a:defRPr>
            </a:lvl9pPr>
          </a:lstStyle>
          <a:p>
            <a:pPr algn="ctr">
              <a:buNone/>
              <a:defRPr sz="3000" b="1">
                <a:solidFill>
                  <a:srgbClr val="0B2C50"/>
                </a:solidFill>
              </a:defRPr>
            </a:pPr>
            <a:r>
              <a:rPr sz="3000" b="1">
                <a:solidFill>
                  <a:srgbClr val="0B2C50"/>
                </a:solidFill>
              </a:rPr>
              <a:t>TRAFFIC SIGN RECOGNITION</a:t>
            </a:r>
            <a:endParaRPr sz="2800" b="1">
              <a:solidFill>
                <a:srgbClr val="072A5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78B07-47EE-4C46-8731-FB3E17E62364}"/>
              </a:ext>
            </a:extLst>
          </p:cNvPr>
          <p:cNvSpPr>
            <a:spLocks noGrp="1"/>
          </p:cNvSpPr>
          <p:nvPr/>
        </p:nvSpPr>
        <p:spPr>
          <a:xfrm>
            <a:off x="3273552" y="1444752"/>
            <a:ext cx="7863840" cy="4343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sz="2250" b="1">
                <a:solidFill>
                  <a:srgbClr val="0B2C50"/>
                </a:solidFill>
              </a:defRPr>
            </a:defPPr>
            <a:lvl1pPr>
              <a:defRPr sz="2250" b="1">
                <a:solidFill>
                  <a:srgbClr val="0B2C50"/>
                </a:solidFill>
              </a:defRPr>
            </a:lvl1pPr>
            <a:lvl2pPr>
              <a:defRPr sz="2250" b="1">
                <a:solidFill>
                  <a:srgbClr val="0B2C50"/>
                </a:solidFill>
              </a:defRPr>
            </a:lvl2pPr>
            <a:lvl3pPr>
              <a:defRPr sz="2250" b="1">
                <a:solidFill>
                  <a:srgbClr val="0B2C50"/>
                </a:solidFill>
              </a:defRPr>
            </a:lvl3pPr>
            <a:lvl4pPr>
              <a:defRPr sz="2250" b="1">
                <a:solidFill>
                  <a:srgbClr val="0B2C50"/>
                </a:solidFill>
              </a:defRPr>
            </a:lvl4pPr>
            <a:lvl5pPr>
              <a:defRPr sz="2250" b="1">
                <a:solidFill>
                  <a:srgbClr val="0B2C50"/>
                </a:solidFill>
              </a:defRPr>
            </a:lvl5pPr>
            <a:lvl6pPr>
              <a:defRPr sz="2250" b="1">
                <a:solidFill>
                  <a:srgbClr val="0B2C50"/>
                </a:solidFill>
              </a:defRPr>
            </a:lvl6pPr>
            <a:lvl7pPr>
              <a:defRPr sz="2250" b="1">
                <a:solidFill>
                  <a:srgbClr val="0B2C50"/>
                </a:solidFill>
              </a:defRPr>
            </a:lvl7pPr>
            <a:lvl8pPr>
              <a:defRPr sz="2250" b="1">
                <a:solidFill>
                  <a:srgbClr val="0B2C50"/>
                </a:solidFill>
              </a:defRPr>
            </a:lvl8pPr>
            <a:lvl9pPr>
              <a:defRPr sz="2250" b="1">
                <a:solidFill>
                  <a:srgbClr val="0B2C50"/>
                </a:solidFill>
              </a:defRPr>
            </a:lvl9pPr>
          </a:lstStyle>
          <a:p>
            <a:pPr algn="ctr">
              <a:buNone/>
              <a:defRPr sz="2250" b="1">
                <a:solidFill>
                  <a:srgbClr val="0B2C50"/>
                </a:solidFill>
              </a:defRPr>
            </a:pPr>
            <a:r>
              <a:rPr sz="2250" b="1" dirty="0">
                <a:solidFill>
                  <a:srgbClr val="0B2C50"/>
                </a:solidFill>
              </a:rPr>
              <a:t>DEEP LEARNING LAB </a:t>
            </a:r>
            <a:r>
              <a:rPr lang="en-US" sz="2250" b="1" dirty="0">
                <a:solidFill>
                  <a:srgbClr val="0B2C50"/>
                </a:solidFill>
              </a:rPr>
              <a:t>Project</a:t>
            </a:r>
            <a:endParaRPr sz="2250" b="1" dirty="0">
              <a:solidFill>
                <a:srgbClr val="0B2C5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AF4D19-A6B4-41AA-92A4-9E0837B90BB9}"/>
              </a:ext>
            </a:extLst>
          </p:cNvPr>
          <p:cNvSpPr>
            <a:spLocks noGrp="1"/>
          </p:cNvSpPr>
          <p:nvPr/>
        </p:nvSpPr>
        <p:spPr>
          <a:xfrm>
            <a:off x="3273552" y="1938528"/>
            <a:ext cx="7863840" cy="3200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B3A167-2F55-4648-9D9C-F86AE9B8C984}"/>
              </a:ext>
            </a:extLst>
          </p:cNvPr>
          <p:cNvSpPr>
            <a:spLocks noGrp="1"/>
          </p:cNvSpPr>
          <p:nvPr/>
        </p:nvSpPr>
        <p:spPr>
          <a:xfrm>
            <a:off x="0" y="6560825"/>
            <a:ext cx="7955279" cy="273320"/>
          </a:xfrm>
          <a:prstGeom prst="rect">
            <a:avLst/>
          </a:prstGeom>
          <a:solidFill>
            <a:srgbClr val="07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6F88A7-93FE-41A5-83E4-B1F9FD59A1DD}"/>
              </a:ext>
            </a:extLst>
          </p:cNvPr>
          <p:cNvSpPr>
            <a:spLocks noGrp="1"/>
          </p:cNvSpPr>
          <p:nvPr/>
        </p:nvSpPr>
        <p:spPr>
          <a:xfrm>
            <a:off x="7955279" y="6562878"/>
            <a:ext cx="4236415" cy="273320"/>
          </a:xfrm>
          <a:prstGeom prst="rect">
            <a:avLst/>
          </a:prstGeom>
          <a:solidFill>
            <a:srgbClr val="EF6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DBB7DD52-EEDD-4507-A3F4-07DB59F185E9}"/>
              </a:ext>
            </a:extLst>
          </p:cNvPr>
          <p:cNvSpPr>
            <a:spLocks noGrp="1"/>
          </p:cNvSpPr>
          <p:nvPr/>
        </p:nvSpPr>
        <p:spPr>
          <a:xfrm>
            <a:off x="2657474" y="64008"/>
            <a:ext cx="0" cy="6456664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50CED6-B263-46CD-8949-733B99C7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3066" y="2782367"/>
            <a:ext cx="1773174" cy="1293265"/>
          </a:xfrm>
          <a:prstGeom prst="rect">
            <a:avLst/>
          </a:prstGeom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90894E-06DA-95F5-9341-12FD9D5B4054}"/>
              </a:ext>
            </a:extLst>
          </p:cNvPr>
          <p:cNvSpPr>
            <a:spLocks noGrp="1"/>
          </p:cNvSpPr>
          <p:nvPr/>
        </p:nvSpPr>
        <p:spPr>
          <a:xfrm>
            <a:off x="10763250" y="6600825"/>
            <a:ext cx="68262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 algn="r">
              <a:defRPr sz="1200" b="0">
                <a:solidFill>
                  <a:srgbClr val="FFFFFF"/>
                </a:solidFill>
              </a:defRPr>
            </a:defPPr>
            <a:lvl1pPr algn="r">
              <a:defRPr sz="1200" b="0">
                <a:solidFill>
                  <a:srgbClr val="FFFFFF"/>
                </a:solidFill>
              </a:defRPr>
            </a:lvl1pPr>
            <a:lvl2pPr algn="r">
              <a:defRPr sz="1200" b="0">
                <a:solidFill>
                  <a:srgbClr val="FFFFFF"/>
                </a:solidFill>
              </a:defRPr>
            </a:lvl2pPr>
            <a:lvl3pPr algn="r">
              <a:defRPr sz="1200" b="0">
                <a:solidFill>
                  <a:srgbClr val="FFFFFF"/>
                </a:solidFill>
              </a:defRPr>
            </a:lvl3pPr>
            <a:lvl4pPr algn="r">
              <a:defRPr sz="1200" b="0">
                <a:solidFill>
                  <a:srgbClr val="FFFFFF"/>
                </a:solidFill>
              </a:defRPr>
            </a:lvl4pPr>
            <a:lvl5pPr algn="r">
              <a:defRPr sz="1200" b="0">
                <a:solidFill>
                  <a:srgbClr val="FFFFFF"/>
                </a:solidFill>
              </a:defRPr>
            </a:lvl5pPr>
            <a:lvl6pPr algn="r">
              <a:defRPr sz="1200" b="0">
                <a:solidFill>
                  <a:srgbClr val="FFFFFF"/>
                </a:solidFill>
              </a:defRPr>
            </a:lvl6pPr>
            <a:lvl7pPr algn="r">
              <a:defRPr sz="1200" b="0">
                <a:solidFill>
                  <a:srgbClr val="FFFFFF"/>
                </a:solidFill>
              </a:defRPr>
            </a:lvl7pPr>
            <a:lvl8pPr algn="r">
              <a:defRPr sz="1200" b="0">
                <a:solidFill>
                  <a:srgbClr val="FFFFFF"/>
                </a:solidFill>
              </a:defRPr>
            </a:lvl8pPr>
            <a:lvl9pPr algn="r">
              <a:defRPr sz="1200" b="0">
                <a:solidFill>
                  <a:srgbClr val="FFFFFF"/>
                </a:solidFill>
              </a:defRPr>
            </a:lvl9pPr>
          </a:lstStyle>
          <a:p>
            <a:pPr algn="r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+mj-lt"/>
                <a:ea typeface="+mj-lt"/>
                <a:cs typeface="+mj-lt"/>
              </a:rPr>
              <a:t>Slide 1 of 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9FCADA0-F7A0-4E9C-8FA1-07C291541769}"/>
              </a:ext>
            </a:extLst>
          </p:cNvPr>
          <p:cNvSpPr>
            <a:spLocks noGrp="1"/>
          </p:cNvSpPr>
          <p:nvPr/>
        </p:nvSpPr>
        <p:spPr>
          <a:xfrm>
            <a:off x="3114675" y="2809875"/>
            <a:ext cx="833437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000000"/>
                </a:solidFill>
              </a:defRPr>
            </a:defPPr>
            <a:lvl1pPr>
              <a:defRPr sz="2175" b="0">
                <a:solidFill>
                  <a:srgbClr val="000000"/>
                </a:solidFill>
              </a:defRPr>
            </a:lvl1pPr>
            <a:lvl2pPr>
              <a:defRPr sz="2175" b="0">
                <a:solidFill>
                  <a:srgbClr val="000000"/>
                </a:solidFill>
              </a:defRPr>
            </a:lvl2pPr>
            <a:lvl3pPr>
              <a:defRPr sz="2175" b="0">
                <a:solidFill>
                  <a:srgbClr val="000000"/>
                </a:solidFill>
              </a:defRPr>
            </a:lvl3pPr>
            <a:lvl4pPr>
              <a:defRPr sz="2175" b="0">
                <a:solidFill>
                  <a:srgbClr val="000000"/>
                </a:solidFill>
              </a:defRPr>
            </a:lvl4pPr>
            <a:lvl5pPr>
              <a:defRPr sz="2175" b="0">
                <a:solidFill>
                  <a:srgbClr val="000000"/>
                </a:solidFill>
              </a:defRPr>
            </a:lvl5pPr>
            <a:lvl6pPr>
              <a:defRPr sz="2175" b="0">
                <a:solidFill>
                  <a:srgbClr val="000000"/>
                </a:solidFill>
              </a:defRPr>
            </a:lvl6pPr>
            <a:lvl7pPr>
              <a:defRPr sz="2175" b="0">
                <a:solidFill>
                  <a:srgbClr val="000000"/>
                </a:solidFill>
              </a:defRPr>
            </a:lvl7pPr>
            <a:lvl8pPr>
              <a:defRPr sz="2175" b="0">
                <a:solidFill>
                  <a:srgbClr val="000000"/>
                </a:solidFill>
              </a:defRPr>
            </a:lvl8pPr>
            <a:lvl9pPr>
              <a:defRPr sz="2175" b="0">
                <a:solidFill>
                  <a:srgbClr val="000000"/>
                </a:solidFill>
              </a:defRPr>
            </a:lvl9pPr>
          </a:lstStyle>
          <a:p>
            <a:pPr>
              <a:defRPr sz="2175" b="0">
                <a:solidFill>
                  <a:srgbClr val="000000"/>
                </a:solidFill>
              </a:defRPr>
            </a:pPr>
            <a:r>
              <a:rPr sz="2175" b="0" dirty="0">
                <a:solidFill>
                  <a:srgbClr val="000000"/>
                </a:solidFill>
              </a:rPr>
              <a:t>Name: </a:t>
            </a:r>
            <a:r>
              <a:rPr lang="en-US" sz="2175" b="0" dirty="0">
                <a:solidFill>
                  <a:srgbClr val="000000"/>
                </a:solidFill>
              </a:rPr>
              <a:t>Piyush Thakur - 49</a:t>
            </a:r>
          </a:p>
          <a:p>
            <a:pPr>
              <a:defRPr sz="2175" b="0">
                <a:solidFill>
                  <a:srgbClr val="000000"/>
                </a:solidFill>
              </a:defRPr>
            </a:pPr>
            <a:r>
              <a:rPr lang="en-US" dirty="0"/>
              <a:t>             </a:t>
            </a:r>
            <a:r>
              <a:rPr sz="2175" b="0" dirty="0">
                <a:solidFill>
                  <a:srgbClr val="000000"/>
                </a:solidFill>
              </a:rPr>
              <a:t>Sajal Kamble</a:t>
            </a:r>
            <a:r>
              <a:rPr lang="en-US" sz="2175" b="0" dirty="0">
                <a:solidFill>
                  <a:srgbClr val="000000"/>
                </a:solidFill>
              </a:rPr>
              <a:t> - 62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78DAF7-DFDA-4F9C-A9B1-84131EC4165B}"/>
              </a:ext>
            </a:extLst>
          </p:cNvPr>
          <p:cNvSpPr>
            <a:spLocks noGrp="1"/>
          </p:cNvSpPr>
          <p:nvPr/>
        </p:nvSpPr>
        <p:spPr>
          <a:xfrm>
            <a:off x="3114675" y="3476625"/>
            <a:ext cx="833437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000000"/>
                </a:solidFill>
              </a:defRPr>
            </a:defPPr>
            <a:lvl1pPr>
              <a:defRPr sz="2175" b="0">
                <a:solidFill>
                  <a:srgbClr val="000000"/>
                </a:solidFill>
              </a:defRPr>
            </a:lvl1pPr>
            <a:lvl2pPr>
              <a:defRPr sz="2175" b="0">
                <a:solidFill>
                  <a:srgbClr val="000000"/>
                </a:solidFill>
              </a:defRPr>
            </a:lvl2pPr>
            <a:lvl3pPr>
              <a:defRPr sz="2175" b="0">
                <a:solidFill>
                  <a:srgbClr val="000000"/>
                </a:solidFill>
              </a:defRPr>
            </a:lvl3pPr>
            <a:lvl4pPr>
              <a:defRPr sz="2175" b="0">
                <a:solidFill>
                  <a:srgbClr val="000000"/>
                </a:solidFill>
              </a:defRPr>
            </a:lvl4pPr>
            <a:lvl5pPr>
              <a:defRPr sz="2175" b="0">
                <a:solidFill>
                  <a:srgbClr val="000000"/>
                </a:solidFill>
              </a:defRPr>
            </a:lvl5pPr>
            <a:lvl6pPr>
              <a:defRPr sz="2175" b="0">
                <a:solidFill>
                  <a:srgbClr val="000000"/>
                </a:solidFill>
              </a:defRPr>
            </a:lvl6pPr>
            <a:lvl7pPr>
              <a:defRPr sz="2175" b="0">
                <a:solidFill>
                  <a:srgbClr val="000000"/>
                </a:solidFill>
              </a:defRPr>
            </a:lvl7pPr>
            <a:lvl8pPr>
              <a:defRPr sz="2175" b="0">
                <a:solidFill>
                  <a:srgbClr val="000000"/>
                </a:solidFill>
              </a:defRPr>
            </a:lvl8pPr>
            <a:lvl9pPr>
              <a:defRPr sz="2175" b="0">
                <a:solidFill>
                  <a:srgbClr val="000000"/>
                </a:solidFill>
              </a:defRPr>
            </a:lvl9pPr>
          </a:lstStyle>
          <a:p>
            <a:pPr>
              <a:defRPr sz="2175" b="0">
                <a:solidFill>
                  <a:srgbClr val="000000"/>
                </a:solidFill>
              </a:defRPr>
            </a:pPr>
            <a:endParaRPr lang="en-US" sz="2175" b="0" dirty="0">
              <a:solidFill>
                <a:srgbClr val="000000"/>
              </a:solidFill>
            </a:endParaRPr>
          </a:p>
          <a:p>
            <a:pPr>
              <a:defRPr sz="2175" b="0">
                <a:solidFill>
                  <a:srgbClr val="000000"/>
                </a:solidFill>
              </a:defRPr>
            </a:pPr>
            <a:r>
              <a:rPr sz="2175" b="0" dirty="0">
                <a:solidFill>
                  <a:srgbClr val="000000"/>
                </a:solidFill>
              </a:rPr>
              <a:t>Program: B.</a:t>
            </a:r>
            <a:r>
              <a:rPr lang="en-US" sz="2175" b="0" dirty="0">
                <a:solidFill>
                  <a:srgbClr val="000000"/>
                </a:solidFill>
              </a:rPr>
              <a:t> </a:t>
            </a:r>
            <a:r>
              <a:rPr sz="2175" b="0" dirty="0">
                <a:solidFill>
                  <a:srgbClr val="000000"/>
                </a:solidFill>
              </a:rPr>
              <a:t>Tech – Computer Science and Engineering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A964B7-18B1-4157-B6B6-AC9452913D9E}"/>
              </a:ext>
            </a:extLst>
          </p:cNvPr>
          <p:cNvSpPr>
            <a:spLocks noGrp="1"/>
          </p:cNvSpPr>
          <p:nvPr/>
        </p:nvSpPr>
        <p:spPr>
          <a:xfrm>
            <a:off x="3114675" y="4143375"/>
            <a:ext cx="833437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000000"/>
                </a:solidFill>
              </a:defRPr>
            </a:defPPr>
            <a:lvl1pPr>
              <a:defRPr sz="2175" b="0">
                <a:solidFill>
                  <a:srgbClr val="000000"/>
                </a:solidFill>
              </a:defRPr>
            </a:lvl1pPr>
            <a:lvl2pPr>
              <a:defRPr sz="2175" b="0">
                <a:solidFill>
                  <a:srgbClr val="000000"/>
                </a:solidFill>
              </a:defRPr>
            </a:lvl2pPr>
            <a:lvl3pPr>
              <a:defRPr sz="2175" b="0">
                <a:solidFill>
                  <a:srgbClr val="000000"/>
                </a:solidFill>
              </a:defRPr>
            </a:lvl3pPr>
            <a:lvl4pPr>
              <a:defRPr sz="2175" b="0">
                <a:solidFill>
                  <a:srgbClr val="000000"/>
                </a:solidFill>
              </a:defRPr>
            </a:lvl4pPr>
            <a:lvl5pPr>
              <a:defRPr sz="2175" b="0">
                <a:solidFill>
                  <a:srgbClr val="000000"/>
                </a:solidFill>
              </a:defRPr>
            </a:lvl5pPr>
            <a:lvl6pPr>
              <a:defRPr sz="2175" b="0">
                <a:solidFill>
                  <a:srgbClr val="000000"/>
                </a:solidFill>
              </a:defRPr>
            </a:lvl6pPr>
            <a:lvl7pPr>
              <a:defRPr sz="2175" b="0">
                <a:solidFill>
                  <a:srgbClr val="000000"/>
                </a:solidFill>
              </a:defRPr>
            </a:lvl7pPr>
            <a:lvl8pPr>
              <a:defRPr sz="2175" b="0">
                <a:solidFill>
                  <a:srgbClr val="000000"/>
                </a:solidFill>
              </a:defRPr>
            </a:lvl8pPr>
            <a:lvl9pPr>
              <a:defRPr sz="2175" b="0">
                <a:solidFill>
                  <a:srgbClr val="000000"/>
                </a:solidFill>
              </a:defRPr>
            </a:lvl9pPr>
          </a:lstStyle>
          <a:p>
            <a:pPr>
              <a:defRPr sz="2175" b="0">
                <a:solidFill>
                  <a:srgbClr val="000000"/>
                </a:solidFill>
              </a:defRPr>
            </a:pPr>
            <a:r>
              <a:rPr sz="2175" b="0" dirty="0">
                <a:solidFill>
                  <a:srgbClr val="000000"/>
                </a:solidFill>
              </a:rPr>
              <a:t>Semester: VII</a:t>
            </a:r>
          </a:p>
        </p:txBody>
      </p:sp>
    </p:spTree>
    <p:extLst>
      <p:ext uri="{BB962C8B-B14F-4D97-AF65-F5344CB8AC3E}">
        <p14:creationId xmlns:p14="http://schemas.microsoft.com/office/powerpoint/2010/main" val="737403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4F91B1-8F76-4C0A-9A35-17AF217E38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E79E9E-EB9B-4FBA-9B85-9FCF89A7CB9C}"/>
              </a:ext>
            </a:extLst>
          </p:cNvPr>
          <p:cNvSpPr>
            <a:spLocks noGrp="1"/>
          </p:cNvSpPr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71A142-FFF5-4B43-984E-3A5A03E2AC4D}"/>
              </a:ext>
            </a:extLst>
          </p:cNvPr>
          <p:cNvSpPr>
            <a:spLocks noGrp="1"/>
          </p:cNvSpPr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E58F20-09A4-43FD-AA7A-B3C1BE72B3C6}"/>
              </a:ext>
            </a:extLst>
          </p:cNvPr>
          <p:cNvSpPr>
            <a:spLocks noGrp="1"/>
          </p:cNvSpPr>
          <p:nvPr/>
        </p:nvSpPr>
        <p:spPr>
          <a:xfrm>
            <a:off x="713232" y="274320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sz="3000" b="1">
                <a:solidFill>
                  <a:srgbClr val="0B2C50"/>
                </a:solidFill>
              </a:defRPr>
            </a:defPPr>
            <a:lvl1pPr>
              <a:defRPr sz="3000" b="1">
                <a:solidFill>
                  <a:srgbClr val="0B2C50"/>
                </a:solidFill>
              </a:defRPr>
            </a:lvl1pPr>
            <a:lvl2pPr>
              <a:defRPr sz="3000" b="1">
                <a:solidFill>
                  <a:srgbClr val="0B2C50"/>
                </a:solidFill>
              </a:defRPr>
            </a:lvl2pPr>
            <a:lvl3pPr>
              <a:defRPr sz="3000" b="1">
                <a:solidFill>
                  <a:srgbClr val="0B2C50"/>
                </a:solidFill>
              </a:defRPr>
            </a:lvl3pPr>
            <a:lvl4pPr>
              <a:defRPr sz="3000" b="1">
                <a:solidFill>
                  <a:srgbClr val="0B2C50"/>
                </a:solidFill>
              </a:defRPr>
            </a:lvl4pPr>
            <a:lvl5pPr>
              <a:defRPr sz="3000" b="1">
                <a:solidFill>
                  <a:srgbClr val="0B2C50"/>
                </a:solidFill>
              </a:defRPr>
            </a:lvl5pPr>
            <a:lvl6pPr>
              <a:defRPr sz="3000" b="1">
                <a:solidFill>
                  <a:srgbClr val="0B2C50"/>
                </a:solidFill>
              </a:defRPr>
            </a:lvl6pPr>
            <a:lvl7pPr>
              <a:defRPr sz="3000" b="1">
                <a:solidFill>
                  <a:srgbClr val="0B2C50"/>
                </a:solidFill>
              </a:defRPr>
            </a:lvl7pPr>
            <a:lvl8pPr>
              <a:defRPr sz="3000" b="1">
                <a:solidFill>
                  <a:srgbClr val="0B2C50"/>
                </a:solidFill>
              </a:defRPr>
            </a:lvl8pPr>
            <a:lvl9pPr>
              <a:defRPr sz="3000" b="1">
                <a:solidFill>
                  <a:srgbClr val="0B2C50"/>
                </a:solidFill>
              </a:defRPr>
            </a:lvl9pPr>
          </a:lstStyle>
          <a:p>
            <a:pPr algn="l">
              <a:buNone/>
              <a:defRPr sz="3000" b="1">
                <a:solidFill>
                  <a:srgbClr val="0B2C50"/>
                </a:solidFill>
              </a:defRPr>
            </a:pPr>
            <a:r>
              <a:rPr sz="3000" b="1">
                <a:solidFill>
                  <a:srgbClr val="0B2C50"/>
                </a:solidFill>
                <a:latin typeface="+mj-lt"/>
                <a:ea typeface="+mj-lt"/>
                <a:cs typeface="+mj-lt"/>
              </a:rPr>
              <a:t>Dataset and Data Split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FDDBB1-35C0-4032-9F16-949FAFD9D47F}"/>
              </a:ext>
            </a:extLst>
          </p:cNvPr>
          <p:cNvSpPr>
            <a:spLocks noGrp="1"/>
          </p:cNvSpPr>
          <p:nvPr/>
        </p:nvSpPr>
        <p:spPr>
          <a:xfrm>
            <a:off x="717804" y="904875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08B0E9-FBD1-4C0A-A667-536B9C794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08" y="83960"/>
            <a:ext cx="1246632" cy="125854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E4BE551-5698-4656-8038-C57A4BCE09F0}"/>
              </a:ext>
            </a:extLst>
          </p:cNvPr>
          <p:cNvSpPr>
            <a:spLocks noGrp="1"/>
          </p:cNvSpPr>
          <p:nvPr/>
        </p:nvSpPr>
        <p:spPr>
          <a:xfrm>
            <a:off x="10763250" y="6667500"/>
            <a:ext cx="68262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 algn="r">
              <a:defRPr sz="1200" b="0">
                <a:solidFill>
                  <a:srgbClr val="FFFFFF"/>
                </a:solidFill>
              </a:defRPr>
            </a:defPPr>
            <a:lvl1pPr algn="r">
              <a:defRPr sz="1200" b="0">
                <a:solidFill>
                  <a:srgbClr val="FFFFFF"/>
                </a:solidFill>
              </a:defRPr>
            </a:lvl1pPr>
            <a:lvl2pPr algn="r">
              <a:defRPr sz="1200" b="0">
                <a:solidFill>
                  <a:srgbClr val="FFFFFF"/>
                </a:solidFill>
              </a:defRPr>
            </a:lvl2pPr>
            <a:lvl3pPr algn="r">
              <a:defRPr sz="1200" b="0">
                <a:solidFill>
                  <a:srgbClr val="FFFFFF"/>
                </a:solidFill>
              </a:defRPr>
            </a:lvl3pPr>
            <a:lvl4pPr algn="r">
              <a:defRPr sz="1200" b="0">
                <a:solidFill>
                  <a:srgbClr val="FFFFFF"/>
                </a:solidFill>
              </a:defRPr>
            </a:lvl4pPr>
            <a:lvl5pPr algn="r">
              <a:defRPr sz="1200" b="0">
                <a:solidFill>
                  <a:srgbClr val="FFFFFF"/>
                </a:solidFill>
              </a:defRPr>
            </a:lvl5pPr>
            <a:lvl6pPr algn="r">
              <a:defRPr sz="1200" b="0">
                <a:solidFill>
                  <a:srgbClr val="FFFFFF"/>
                </a:solidFill>
              </a:defRPr>
            </a:lvl6pPr>
            <a:lvl7pPr algn="r">
              <a:defRPr sz="1200" b="0">
                <a:solidFill>
                  <a:srgbClr val="FFFFFF"/>
                </a:solidFill>
              </a:defRPr>
            </a:lvl7pPr>
            <a:lvl8pPr algn="r">
              <a:defRPr sz="1200" b="0">
                <a:solidFill>
                  <a:srgbClr val="FFFFFF"/>
                </a:solidFill>
              </a:defRPr>
            </a:lvl8pPr>
            <a:lvl9pPr algn="r">
              <a:defRPr sz="1200" b="0">
                <a:solidFill>
                  <a:srgbClr val="FFFFFF"/>
                </a:solidFill>
              </a:defRPr>
            </a:lvl9pPr>
          </a:lstStyle>
          <a:p>
            <a:pPr algn="r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+mj-lt"/>
                <a:ea typeface="+mj-lt"/>
                <a:cs typeface="+mj-lt"/>
              </a:rPr>
              <a:t>Slide 2 of 8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BCDFD9-8700-4FF9-8EF4-0ED5CF394CF6}"/>
              </a:ext>
            </a:extLst>
          </p:cNvPr>
          <p:cNvSpPr>
            <a:spLocks noGrp="1"/>
          </p:cNvSpPr>
          <p:nvPr/>
        </p:nvSpPr>
        <p:spPr>
          <a:xfrm>
            <a:off x="809625" y="15240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0B2C50"/>
                </a:solidFill>
              </a:defRPr>
            </a:defPPr>
            <a:lvl1pPr>
              <a:defRPr sz="2325" b="1">
                <a:solidFill>
                  <a:srgbClr val="0B2C50"/>
                </a:solidFill>
              </a:defRPr>
            </a:lvl1pPr>
            <a:lvl2pPr>
              <a:defRPr sz="2325" b="1">
                <a:solidFill>
                  <a:srgbClr val="0B2C50"/>
                </a:solidFill>
              </a:defRPr>
            </a:lvl2pPr>
            <a:lvl3pPr>
              <a:defRPr sz="2325" b="1">
                <a:solidFill>
                  <a:srgbClr val="0B2C50"/>
                </a:solidFill>
              </a:defRPr>
            </a:lvl3pPr>
            <a:lvl4pPr>
              <a:defRPr sz="2325" b="1">
                <a:solidFill>
                  <a:srgbClr val="0B2C50"/>
                </a:solidFill>
              </a:defRPr>
            </a:lvl4pPr>
            <a:lvl5pPr>
              <a:defRPr sz="2325" b="1">
                <a:solidFill>
                  <a:srgbClr val="0B2C50"/>
                </a:solidFill>
              </a:defRPr>
            </a:lvl5pPr>
            <a:lvl6pPr>
              <a:defRPr sz="2325" b="1">
                <a:solidFill>
                  <a:srgbClr val="0B2C50"/>
                </a:solidFill>
              </a:defRPr>
            </a:lvl6pPr>
            <a:lvl7pPr>
              <a:defRPr sz="2325" b="1">
                <a:solidFill>
                  <a:srgbClr val="0B2C50"/>
                </a:solidFill>
              </a:defRPr>
            </a:lvl7pPr>
            <a:lvl8pPr>
              <a:defRPr sz="2325" b="1">
                <a:solidFill>
                  <a:srgbClr val="0B2C50"/>
                </a:solidFill>
              </a:defRPr>
            </a:lvl8pPr>
            <a:lvl9pPr>
              <a:defRPr sz="2325" b="1">
                <a:solidFill>
                  <a:srgbClr val="0B2C50"/>
                </a:solidFill>
              </a:defRPr>
            </a:lvl9pPr>
          </a:lstStyle>
          <a:p>
            <a:pPr>
              <a:defRPr sz="2325" b="1">
                <a:solidFill>
                  <a:srgbClr val="0B2C50"/>
                </a:solidFill>
              </a:defRPr>
            </a:pPr>
            <a:r>
              <a:rPr sz="2325" b="1">
                <a:solidFill>
                  <a:srgbClr val="0B2C50"/>
                </a:solidFill>
              </a:rPr>
              <a:t>German Traffic Sign Recognition Benchmark (GTSRB)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BB308A2-7516-4A61-BB2E-A90599C9684F}"/>
              </a:ext>
            </a:extLst>
          </p:cNvPr>
          <p:cNvSpPr>
            <a:spLocks noGrp="1"/>
          </p:cNvSpPr>
          <p:nvPr/>
        </p:nvSpPr>
        <p:spPr>
          <a:xfrm>
            <a:off x="809625" y="2047875"/>
            <a:ext cx="10572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000000"/>
                </a:solidFill>
              </a:defRPr>
            </a:defPPr>
            <a:lvl1pPr>
              <a:defRPr sz="2100" b="0">
                <a:solidFill>
                  <a:srgbClr val="000000"/>
                </a:solidFill>
              </a:defRPr>
            </a:lvl1pPr>
            <a:lvl2pPr>
              <a:defRPr sz="2100" b="0">
                <a:solidFill>
                  <a:srgbClr val="000000"/>
                </a:solidFill>
              </a:defRPr>
            </a:lvl2pPr>
            <a:lvl3pPr>
              <a:defRPr sz="2100" b="0">
                <a:solidFill>
                  <a:srgbClr val="000000"/>
                </a:solidFill>
              </a:defRPr>
            </a:lvl3pPr>
            <a:lvl4pPr>
              <a:defRPr sz="2100" b="0">
                <a:solidFill>
                  <a:srgbClr val="000000"/>
                </a:solidFill>
              </a:defRPr>
            </a:lvl4pPr>
            <a:lvl5pPr>
              <a:defRPr sz="2100" b="0">
                <a:solidFill>
                  <a:srgbClr val="000000"/>
                </a:solidFill>
              </a:defRPr>
            </a:lvl5pPr>
            <a:lvl6pPr>
              <a:defRPr sz="2100" b="0">
                <a:solidFill>
                  <a:srgbClr val="000000"/>
                </a:solidFill>
              </a:defRPr>
            </a:lvl6pPr>
            <a:lvl7pPr>
              <a:defRPr sz="2100" b="0">
                <a:solidFill>
                  <a:srgbClr val="000000"/>
                </a:solidFill>
              </a:defRPr>
            </a:lvl7pPr>
            <a:lvl8pPr>
              <a:defRPr sz="2100" b="0">
                <a:solidFill>
                  <a:srgbClr val="000000"/>
                </a:solidFill>
              </a:defRPr>
            </a:lvl8pPr>
            <a:lvl9pPr>
              <a:defRPr sz="2100" b="0">
                <a:solidFill>
                  <a:srgbClr val="000000"/>
                </a:solidFill>
              </a:defRPr>
            </a:lvl9pPr>
          </a:lstStyle>
          <a:p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43 classes: speed limits, Stop, Yield, No Entry and more</a:t>
            </a:r>
          </a:p>
        </p:txBody>
      </p:sp>
      <p:graphicFrame>
        <p:nvGraphicFramePr>
          <p:cNvPr id="41" name="Chart">
            <a:extLst>
              <a:ext uri="{FF2B5EF4-FFF2-40B4-BE49-F238E27FC236}">
                <a16:creationId xmlns:a16="http://schemas.microsoft.com/office/drawing/2014/main" id="{8C32B59A-6931-4A2C-A6B8-9177BE5329B4}"/>
              </a:ext>
            </a:extLst>
          </p:cNvPr>
          <p:cNvGraphicFramePr/>
          <p:nvPr/>
        </p:nvGraphicFramePr>
        <p:xfrm>
          <a:off x="714375" y="2905125"/>
          <a:ext cx="72390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2" name="Rectangle 41">
            <a:extLst>
              <a:ext uri="{FF2B5EF4-FFF2-40B4-BE49-F238E27FC236}">
                <a16:creationId xmlns:a16="http://schemas.microsoft.com/office/drawing/2014/main" id="{E40DAE42-AFE7-49BB-BFF1-28CDFF52783D}"/>
              </a:ext>
            </a:extLst>
          </p:cNvPr>
          <p:cNvSpPr>
            <a:spLocks noGrp="1"/>
          </p:cNvSpPr>
          <p:nvPr/>
        </p:nvSpPr>
        <p:spPr>
          <a:xfrm>
            <a:off x="8334375" y="3143250"/>
            <a:ext cx="31432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F56511"/>
                </a:solidFill>
              </a:defRPr>
            </a:defPPr>
            <a:lvl1pPr>
              <a:defRPr sz="2700" b="1">
                <a:solidFill>
                  <a:srgbClr val="F56511"/>
                </a:solidFill>
              </a:defRPr>
            </a:lvl1pPr>
            <a:lvl2pPr>
              <a:defRPr sz="2700" b="1">
                <a:solidFill>
                  <a:srgbClr val="F56511"/>
                </a:solidFill>
              </a:defRPr>
            </a:lvl2pPr>
            <a:lvl3pPr>
              <a:defRPr sz="2700" b="1">
                <a:solidFill>
                  <a:srgbClr val="F56511"/>
                </a:solidFill>
              </a:defRPr>
            </a:lvl3pPr>
            <a:lvl4pPr>
              <a:defRPr sz="2700" b="1">
                <a:solidFill>
                  <a:srgbClr val="F56511"/>
                </a:solidFill>
              </a:defRPr>
            </a:lvl4pPr>
            <a:lvl5pPr>
              <a:defRPr sz="2700" b="1">
                <a:solidFill>
                  <a:srgbClr val="F56511"/>
                </a:solidFill>
              </a:defRPr>
            </a:lvl5pPr>
            <a:lvl6pPr>
              <a:defRPr sz="2700" b="1">
                <a:solidFill>
                  <a:srgbClr val="F56511"/>
                </a:solidFill>
              </a:defRPr>
            </a:lvl6pPr>
            <a:lvl7pPr>
              <a:defRPr sz="2700" b="1">
                <a:solidFill>
                  <a:srgbClr val="F56511"/>
                </a:solidFill>
              </a:defRPr>
            </a:lvl7pPr>
            <a:lvl8pPr>
              <a:defRPr sz="2700" b="1">
                <a:solidFill>
                  <a:srgbClr val="F56511"/>
                </a:solidFill>
              </a:defRPr>
            </a:lvl8pPr>
            <a:lvl9pPr>
              <a:defRPr sz="2700" b="1">
                <a:solidFill>
                  <a:srgbClr val="F56511"/>
                </a:solidFill>
              </a:defRPr>
            </a:lvl9pPr>
          </a:lstStyle>
          <a:p>
            <a:pPr>
              <a:defRPr sz="2700" b="1">
                <a:solidFill>
                  <a:srgbClr val="F56511"/>
                </a:solidFill>
              </a:defRPr>
            </a:pPr>
            <a:r>
              <a:rPr sz="2700" b="1">
                <a:solidFill>
                  <a:srgbClr val="F56511"/>
                </a:solidFill>
              </a:rPr>
              <a:t>80 / 20 split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4204C0-EDBF-4437-8FD1-3C17D3DEE873}"/>
              </a:ext>
            </a:extLst>
          </p:cNvPr>
          <p:cNvSpPr>
            <a:spLocks noGrp="1"/>
          </p:cNvSpPr>
          <p:nvPr/>
        </p:nvSpPr>
        <p:spPr>
          <a:xfrm>
            <a:off x="8334375" y="3905250"/>
            <a:ext cx="3048000" cy="2095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000000"/>
                </a:solidFill>
              </a:defRPr>
            </a:defPPr>
            <a:lvl1pPr>
              <a:defRPr sz="2025" b="0">
                <a:solidFill>
                  <a:srgbClr val="000000"/>
                </a:solidFill>
              </a:defRPr>
            </a:lvl1pPr>
            <a:lvl2pPr>
              <a:defRPr sz="2025" b="0">
                <a:solidFill>
                  <a:srgbClr val="000000"/>
                </a:solidFill>
              </a:defRPr>
            </a:lvl2pPr>
            <a:lvl3pPr>
              <a:defRPr sz="2025" b="0">
                <a:solidFill>
                  <a:srgbClr val="000000"/>
                </a:solidFill>
              </a:defRPr>
            </a:lvl3pPr>
            <a:lvl4pPr>
              <a:defRPr sz="2025" b="0">
                <a:solidFill>
                  <a:srgbClr val="000000"/>
                </a:solidFill>
              </a:defRPr>
            </a:lvl4pPr>
            <a:lvl5pPr>
              <a:defRPr sz="2025" b="0">
                <a:solidFill>
                  <a:srgbClr val="000000"/>
                </a:solidFill>
              </a:defRPr>
            </a:lvl5pPr>
            <a:lvl6pPr>
              <a:defRPr sz="2025" b="0">
                <a:solidFill>
                  <a:srgbClr val="000000"/>
                </a:solidFill>
              </a:defRPr>
            </a:lvl6pPr>
            <a:lvl7pPr>
              <a:defRPr sz="2025" b="0">
                <a:solidFill>
                  <a:srgbClr val="000000"/>
                </a:solidFill>
              </a:defRPr>
            </a:lvl7pPr>
            <a:lvl8pPr>
              <a:defRPr sz="2025" b="0">
                <a:solidFill>
                  <a:srgbClr val="000000"/>
                </a:solidFill>
              </a:defRPr>
            </a:lvl8pPr>
            <a:lvl9pPr>
              <a:defRPr sz="2025" b="0">
                <a:solidFill>
                  <a:srgbClr val="000000"/>
                </a:solidFill>
              </a:defRPr>
            </a:lvl9pPr>
          </a:lstStyle>
          <a:p>
            <a:pPr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39,209 images form the training and validation sets.</a:t>
            </a:r>
          </a:p>
          <a:p>
            <a:endParaRPr sz="2025" b="0">
              <a:solidFill>
                <a:srgbClr val="000000"/>
              </a:solidFill>
            </a:endParaRPr>
          </a:p>
          <a:p>
            <a:pPr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12,630 separate images form the test set.</a:t>
            </a:r>
          </a:p>
        </p:txBody>
      </p:sp>
    </p:spTree>
    <p:extLst>
      <p:ext uri="{BB962C8B-B14F-4D97-AF65-F5344CB8AC3E}">
        <p14:creationId xmlns:p14="http://schemas.microsoft.com/office/powerpoint/2010/main" val="675385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CD9179-8898-4CFA-999F-A3758E2839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D8C2E6-ABCC-49B3-BFE9-198BC7031F48}"/>
              </a:ext>
            </a:extLst>
          </p:cNvPr>
          <p:cNvSpPr>
            <a:spLocks noGrp="1"/>
          </p:cNvSpPr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802DB2-C72B-4523-A6E9-795C381B0BFA}"/>
              </a:ext>
            </a:extLst>
          </p:cNvPr>
          <p:cNvSpPr>
            <a:spLocks noGrp="1"/>
          </p:cNvSpPr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04F681-DE64-41B5-9D36-5F6030A0D148}"/>
              </a:ext>
            </a:extLst>
          </p:cNvPr>
          <p:cNvSpPr>
            <a:spLocks noGrp="1"/>
          </p:cNvSpPr>
          <p:nvPr/>
        </p:nvSpPr>
        <p:spPr>
          <a:xfrm>
            <a:off x="713232" y="274320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sz="3000" b="1">
                <a:solidFill>
                  <a:srgbClr val="0B2C50"/>
                </a:solidFill>
              </a:defRPr>
            </a:defPPr>
            <a:lvl1pPr>
              <a:defRPr sz="3000" b="1">
                <a:solidFill>
                  <a:srgbClr val="0B2C50"/>
                </a:solidFill>
              </a:defRPr>
            </a:lvl1pPr>
            <a:lvl2pPr>
              <a:defRPr sz="3000" b="1">
                <a:solidFill>
                  <a:srgbClr val="0B2C50"/>
                </a:solidFill>
              </a:defRPr>
            </a:lvl2pPr>
            <a:lvl3pPr>
              <a:defRPr sz="3000" b="1">
                <a:solidFill>
                  <a:srgbClr val="0B2C50"/>
                </a:solidFill>
              </a:defRPr>
            </a:lvl3pPr>
            <a:lvl4pPr>
              <a:defRPr sz="3000" b="1">
                <a:solidFill>
                  <a:srgbClr val="0B2C50"/>
                </a:solidFill>
              </a:defRPr>
            </a:lvl4pPr>
            <a:lvl5pPr>
              <a:defRPr sz="3000" b="1">
                <a:solidFill>
                  <a:srgbClr val="0B2C50"/>
                </a:solidFill>
              </a:defRPr>
            </a:lvl5pPr>
            <a:lvl6pPr>
              <a:defRPr sz="3000" b="1">
                <a:solidFill>
                  <a:srgbClr val="0B2C50"/>
                </a:solidFill>
              </a:defRPr>
            </a:lvl6pPr>
            <a:lvl7pPr>
              <a:defRPr sz="3000" b="1">
                <a:solidFill>
                  <a:srgbClr val="0B2C50"/>
                </a:solidFill>
              </a:defRPr>
            </a:lvl7pPr>
            <a:lvl8pPr>
              <a:defRPr sz="3000" b="1">
                <a:solidFill>
                  <a:srgbClr val="0B2C50"/>
                </a:solidFill>
              </a:defRPr>
            </a:lvl8pPr>
            <a:lvl9pPr>
              <a:defRPr sz="3000" b="1">
                <a:solidFill>
                  <a:srgbClr val="0B2C50"/>
                </a:solidFill>
              </a:defRPr>
            </a:lvl9pPr>
          </a:lstStyle>
          <a:p>
            <a:pPr>
              <a:defRPr sz="3000" b="1">
                <a:solidFill>
                  <a:srgbClr val="0B2C50"/>
                </a:solidFill>
              </a:defRPr>
            </a:pPr>
            <a:r>
              <a:rPr sz="3000" b="1">
                <a:solidFill>
                  <a:srgbClr val="0B2C50"/>
                </a:solidFill>
              </a:rPr>
              <a:t>Image Preprocessing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FF8296-283E-4991-A6AA-4E44A1479281}"/>
              </a:ext>
            </a:extLst>
          </p:cNvPr>
          <p:cNvSpPr>
            <a:spLocks noGrp="1"/>
          </p:cNvSpPr>
          <p:nvPr/>
        </p:nvSpPr>
        <p:spPr>
          <a:xfrm>
            <a:off x="800195" y="904875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AC8A8D-53FD-4615-A21E-7AEF3CA59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08" y="182879"/>
            <a:ext cx="1246632" cy="12585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739598-AB5F-165D-3103-ED933508667C}"/>
              </a:ext>
            </a:extLst>
          </p:cNvPr>
          <p:cNvSpPr>
            <a:spLocks noGrp="1"/>
          </p:cNvSpPr>
          <p:nvPr/>
        </p:nvSpPr>
        <p:spPr>
          <a:xfrm>
            <a:off x="10763250" y="6667500"/>
            <a:ext cx="68262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 algn="r">
              <a:defRPr sz="1200" b="0">
                <a:solidFill>
                  <a:srgbClr val="FFFFFF"/>
                </a:solidFill>
              </a:defRPr>
            </a:defPPr>
            <a:lvl1pPr algn="r">
              <a:defRPr sz="1200" b="0">
                <a:solidFill>
                  <a:srgbClr val="FFFFFF"/>
                </a:solidFill>
              </a:defRPr>
            </a:lvl1pPr>
            <a:lvl2pPr algn="r">
              <a:defRPr sz="1200" b="0">
                <a:solidFill>
                  <a:srgbClr val="FFFFFF"/>
                </a:solidFill>
              </a:defRPr>
            </a:lvl2pPr>
            <a:lvl3pPr algn="r">
              <a:defRPr sz="1200" b="0">
                <a:solidFill>
                  <a:srgbClr val="FFFFFF"/>
                </a:solidFill>
              </a:defRPr>
            </a:lvl3pPr>
            <a:lvl4pPr algn="r">
              <a:defRPr sz="1200" b="0">
                <a:solidFill>
                  <a:srgbClr val="FFFFFF"/>
                </a:solidFill>
              </a:defRPr>
            </a:lvl4pPr>
            <a:lvl5pPr algn="r">
              <a:defRPr sz="1200" b="0">
                <a:solidFill>
                  <a:srgbClr val="FFFFFF"/>
                </a:solidFill>
              </a:defRPr>
            </a:lvl5pPr>
            <a:lvl6pPr algn="r">
              <a:defRPr sz="1200" b="0">
                <a:solidFill>
                  <a:srgbClr val="FFFFFF"/>
                </a:solidFill>
              </a:defRPr>
            </a:lvl6pPr>
            <a:lvl7pPr algn="r">
              <a:defRPr sz="1200" b="0">
                <a:solidFill>
                  <a:srgbClr val="FFFFFF"/>
                </a:solidFill>
              </a:defRPr>
            </a:lvl7pPr>
            <a:lvl8pPr algn="r">
              <a:defRPr sz="1200" b="0">
                <a:solidFill>
                  <a:srgbClr val="FFFFFF"/>
                </a:solidFill>
              </a:defRPr>
            </a:lvl8pPr>
            <a:lvl9pPr algn="r">
              <a:defRPr sz="1200" b="0">
                <a:solidFill>
                  <a:srgbClr val="FFFFFF"/>
                </a:solidFill>
              </a:defRPr>
            </a:lvl9pPr>
          </a:lstStyle>
          <a:p>
            <a:pPr algn="r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+mj-lt"/>
                <a:ea typeface="+mj-lt"/>
                <a:cs typeface="+mj-lt"/>
              </a:rPr>
              <a:t>Slide 3 of 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5945C2-EAB1-4AC2-86DA-CC9F5F05D945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0B2C50"/>
                </a:solidFill>
              </a:defRPr>
            </a:defPPr>
            <a:lvl1pPr>
              <a:defRPr sz="2325" b="1">
                <a:solidFill>
                  <a:srgbClr val="0B2C50"/>
                </a:solidFill>
              </a:defRPr>
            </a:lvl1pPr>
            <a:lvl2pPr>
              <a:defRPr sz="2325" b="1">
                <a:solidFill>
                  <a:srgbClr val="0B2C50"/>
                </a:solidFill>
              </a:defRPr>
            </a:lvl2pPr>
            <a:lvl3pPr>
              <a:defRPr sz="2325" b="1">
                <a:solidFill>
                  <a:srgbClr val="0B2C50"/>
                </a:solidFill>
              </a:defRPr>
            </a:lvl3pPr>
            <a:lvl4pPr>
              <a:defRPr sz="2325" b="1">
                <a:solidFill>
                  <a:srgbClr val="0B2C50"/>
                </a:solidFill>
              </a:defRPr>
            </a:lvl4pPr>
            <a:lvl5pPr>
              <a:defRPr sz="2325" b="1">
                <a:solidFill>
                  <a:srgbClr val="0B2C50"/>
                </a:solidFill>
              </a:defRPr>
            </a:lvl5pPr>
            <a:lvl6pPr>
              <a:defRPr sz="2325" b="1">
                <a:solidFill>
                  <a:srgbClr val="0B2C50"/>
                </a:solidFill>
              </a:defRPr>
            </a:lvl6pPr>
            <a:lvl7pPr>
              <a:defRPr sz="2325" b="1">
                <a:solidFill>
                  <a:srgbClr val="0B2C50"/>
                </a:solidFill>
              </a:defRPr>
            </a:lvl7pPr>
            <a:lvl8pPr>
              <a:defRPr sz="2325" b="1">
                <a:solidFill>
                  <a:srgbClr val="0B2C50"/>
                </a:solidFill>
              </a:defRPr>
            </a:lvl8pPr>
            <a:lvl9pPr>
              <a:defRPr sz="2325" b="1">
                <a:solidFill>
                  <a:srgbClr val="0B2C50"/>
                </a:solidFill>
              </a:defRPr>
            </a:lvl9pPr>
          </a:lstStyle>
          <a:p>
            <a:pPr>
              <a:defRPr sz="2325" b="1">
                <a:solidFill>
                  <a:srgbClr val="0B2C50"/>
                </a:solidFill>
              </a:defRPr>
            </a:pPr>
            <a:r>
              <a:rPr sz="2325" b="1">
                <a:solidFill>
                  <a:srgbClr val="0B2C50"/>
                </a:solidFill>
              </a:rPr>
              <a:t>1. Read and convert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FA15A3-3C04-4071-8625-D4A49A677D87}"/>
              </a:ext>
            </a:extLst>
          </p:cNvPr>
          <p:cNvSpPr>
            <a:spLocks noGrp="1"/>
          </p:cNvSpPr>
          <p:nvPr/>
        </p:nvSpPr>
        <p:spPr>
          <a:xfrm>
            <a:off x="4476750" y="1666875"/>
            <a:ext cx="66675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000000"/>
                </a:solidFill>
              </a:defRPr>
            </a:defPPr>
            <a:lvl1pPr>
              <a:defRPr sz="2175" b="0">
                <a:solidFill>
                  <a:srgbClr val="000000"/>
                </a:solidFill>
              </a:defRPr>
            </a:lvl1pPr>
            <a:lvl2pPr>
              <a:defRPr sz="2175" b="0">
                <a:solidFill>
                  <a:srgbClr val="000000"/>
                </a:solidFill>
              </a:defRPr>
            </a:lvl2pPr>
            <a:lvl3pPr>
              <a:defRPr sz="2175" b="0">
                <a:solidFill>
                  <a:srgbClr val="000000"/>
                </a:solidFill>
              </a:defRPr>
            </a:lvl3pPr>
            <a:lvl4pPr>
              <a:defRPr sz="2175" b="0">
                <a:solidFill>
                  <a:srgbClr val="000000"/>
                </a:solidFill>
              </a:defRPr>
            </a:lvl4pPr>
            <a:lvl5pPr>
              <a:defRPr sz="2175" b="0">
                <a:solidFill>
                  <a:srgbClr val="000000"/>
                </a:solidFill>
              </a:defRPr>
            </a:lvl5pPr>
            <a:lvl6pPr>
              <a:defRPr sz="2175" b="0">
                <a:solidFill>
                  <a:srgbClr val="000000"/>
                </a:solidFill>
              </a:defRPr>
            </a:lvl6pPr>
            <a:lvl7pPr>
              <a:defRPr sz="2175" b="0">
                <a:solidFill>
                  <a:srgbClr val="000000"/>
                </a:solidFill>
              </a:defRPr>
            </a:lvl7pPr>
            <a:lvl8pPr>
              <a:defRPr sz="2175" b="0">
                <a:solidFill>
                  <a:srgbClr val="000000"/>
                </a:solidFill>
              </a:defRPr>
            </a:lvl8pPr>
            <a:lvl9pPr>
              <a:defRPr sz="2175" b="0">
                <a:solidFill>
                  <a:srgbClr val="000000"/>
                </a:solidFill>
              </a:defRPr>
            </a:lvl9pPr>
          </a:lstStyle>
          <a:p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OpenCV reads BGR. Convert to RGB.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4FD172-AF0E-4DEF-9D2D-C399EE5AFC7E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0B2C50"/>
                </a:solidFill>
              </a:defRPr>
            </a:defPPr>
            <a:lvl1pPr>
              <a:defRPr sz="2325" b="1">
                <a:solidFill>
                  <a:srgbClr val="0B2C50"/>
                </a:solidFill>
              </a:defRPr>
            </a:lvl1pPr>
            <a:lvl2pPr>
              <a:defRPr sz="2325" b="1">
                <a:solidFill>
                  <a:srgbClr val="0B2C50"/>
                </a:solidFill>
              </a:defRPr>
            </a:lvl2pPr>
            <a:lvl3pPr>
              <a:defRPr sz="2325" b="1">
                <a:solidFill>
                  <a:srgbClr val="0B2C50"/>
                </a:solidFill>
              </a:defRPr>
            </a:lvl3pPr>
            <a:lvl4pPr>
              <a:defRPr sz="2325" b="1">
                <a:solidFill>
                  <a:srgbClr val="0B2C50"/>
                </a:solidFill>
              </a:defRPr>
            </a:lvl4pPr>
            <a:lvl5pPr>
              <a:defRPr sz="2325" b="1">
                <a:solidFill>
                  <a:srgbClr val="0B2C50"/>
                </a:solidFill>
              </a:defRPr>
            </a:lvl5pPr>
            <a:lvl6pPr>
              <a:defRPr sz="2325" b="1">
                <a:solidFill>
                  <a:srgbClr val="0B2C50"/>
                </a:solidFill>
              </a:defRPr>
            </a:lvl6pPr>
            <a:lvl7pPr>
              <a:defRPr sz="2325" b="1">
                <a:solidFill>
                  <a:srgbClr val="0B2C50"/>
                </a:solidFill>
              </a:defRPr>
            </a:lvl7pPr>
            <a:lvl8pPr>
              <a:defRPr sz="2325" b="1">
                <a:solidFill>
                  <a:srgbClr val="0B2C50"/>
                </a:solidFill>
              </a:defRPr>
            </a:lvl8pPr>
            <a:lvl9pPr>
              <a:defRPr sz="2325" b="1">
                <a:solidFill>
                  <a:srgbClr val="0B2C50"/>
                </a:solidFill>
              </a:defRPr>
            </a:lvl9pPr>
          </a:lstStyle>
          <a:p>
            <a:pPr>
              <a:defRPr sz="2325" b="1">
                <a:solidFill>
                  <a:srgbClr val="0B2C50"/>
                </a:solidFill>
              </a:defRPr>
            </a:pPr>
            <a:r>
              <a:rPr sz="2325" b="1">
                <a:solidFill>
                  <a:srgbClr val="0B2C50"/>
                </a:solidFill>
              </a:rPr>
              <a:t>2. Resize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301848-9469-4337-A3F6-A63212004B7D}"/>
              </a:ext>
            </a:extLst>
          </p:cNvPr>
          <p:cNvSpPr>
            <a:spLocks noGrp="1"/>
          </p:cNvSpPr>
          <p:nvPr/>
        </p:nvSpPr>
        <p:spPr>
          <a:xfrm>
            <a:off x="4476750" y="2762250"/>
            <a:ext cx="66675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000000"/>
                </a:solidFill>
              </a:defRPr>
            </a:defPPr>
            <a:lvl1pPr>
              <a:defRPr sz="2175" b="0">
                <a:solidFill>
                  <a:srgbClr val="000000"/>
                </a:solidFill>
              </a:defRPr>
            </a:lvl1pPr>
            <a:lvl2pPr>
              <a:defRPr sz="2175" b="0">
                <a:solidFill>
                  <a:srgbClr val="000000"/>
                </a:solidFill>
              </a:defRPr>
            </a:lvl2pPr>
            <a:lvl3pPr>
              <a:defRPr sz="2175" b="0">
                <a:solidFill>
                  <a:srgbClr val="000000"/>
                </a:solidFill>
              </a:defRPr>
            </a:lvl3pPr>
            <a:lvl4pPr>
              <a:defRPr sz="2175" b="0">
                <a:solidFill>
                  <a:srgbClr val="000000"/>
                </a:solidFill>
              </a:defRPr>
            </a:lvl4pPr>
            <a:lvl5pPr>
              <a:defRPr sz="2175" b="0">
                <a:solidFill>
                  <a:srgbClr val="000000"/>
                </a:solidFill>
              </a:defRPr>
            </a:lvl5pPr>
            <a:lvl6pPr>
              <a:defRPr sz="2175" b="0">
                <a:solidFill>
                  <a:srgbClr val="000000"/>
                </a:solidFill>
              </a:defRPr>
            </a:lvl6pPr>
            <a:lvl7pPr>
              <a:defRPr sz="2175" b="0">
                <a:solidFill>
                  <a:srgbClr val="000000"/>
                </a:solidFill>
              </a:defRPr>
            </a:lvl7pPr>
            <a:lvl8pPr>
              <a:defRPr sz="2175" b="0">
                <a:solidFill>
                  <a:srgbClr val="000000"/>
                </a:solidFill>
              </a:defRPr>
            </a:lvl8pPr>
            <a:lvl9pPr>
              <a:defRPr sz="2175" b="0">
                <a:solidFill>
                  <a:srgbClr val="000000"/>
                </a:solidFill>
              </a:defRPr>
            </a:lvl9pPr>
          </a:lstStyle>
          <a:p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Standardize every image to 32 × 32 × 3.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6E9C3E-A26F-4768-860C-37030EFC0560}"/>
              </a:ext>
            </a:extLst>
          </p:cNvPr>
          <p:cNvSpPr>
            <a:spLocks noGrp="1"/>
          </p:cNvSpPr>
          <p:nvPr/>
        </p:nvSpPr>
        <p:spPr>
          <a:xfrm>
            <a:off x="857250" y="3857625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0B2C50"/>
                </a:solidFill>
              </a:defRPr>
            </a:defPPr>
            <a:lvl1pPr>
              <a:defRPr sz="2325" b="1">
                <a:solidFill>
                  <a:srgbClr val="0B2C50"/>
                </a:solidFill>
              </a:defRPr>
            </a:lvl1pPr>
            <a:lvl2pPr>
              <a:defRPr sz="2325" b="1">
                <a:solidFill>
                  <a:srgbClr val="0B2C50"/>
                </a:solidFill>
              </a:defRPr>
            </a:lvl2pPr>
            <a:lvl3pPr>
              <a:defRPr sz="2325" b="1">
                <a:solidFill>
                  <a:srgbClr val="0B2C50"/>
                </a:solidFill>
              </a:defRPr>
            </a:lvl3pPr>
            <a:lvl4pPr>
              <a:defRPr sz="2325" b="1">
                <a:solidFill>
                  <a:srgbClr val="0B2C50"/>
                </a:solidFill>
              </a:defRPr>
            </a:lvl4pPr>
            <a:lvl5pPr>
              <a:defRPr sz="2325" b="1">
                <a:solidFill>
                  <a:srgbClr val="0B2C50"/>
                </a:solidFill>
              </a:defRPr>
            </a:lvl5pPr>
            <a:lvl6pPr>
              <a:defRPr sz="2325" b="1">
                <a:solidFill>
                  <a:srgbClr val="0B2C50"/>
                </a:solidFill>
              </a:defRPr>
            </a:lvl6pPr>
            <a:lvl7pPr>
              <a:defRPr sz="2325" b="1">
                <a:solidFill>
                  <a:srgbClr val="0B2C50"/>
                </a:solidFill>
              </a:defRPr>
            </a:lvl7pPr>
            <a:lvl8pPr>
              <a:defRPr sz="2325" b="1">
                <a:solidFill>
                  <a:srgbClr val="0B2C50"/>
                </a:solidFill>
              </a:defRPr>
            </a:lvl8pPr>
            <a:lvl9pPr>
              <a:defRPr sz="2325" b="1">
                <a:solidFill>
                  <a:srgbClr val="0B2C50"/>
                </a:solidFill>
              </a:defRPr>
            </a:lvl9pPr>
          </a:lstStyle>
          <a:p>
            <a:pPr>
              <a:defRPr sz="2325" b="1">
                <a:solidFill>
                  <a:srgbClr val="0B2C50"/>
                </a:solidFill>
              </a:defRPr>
            </a:pPr>
            <a:r>
              <a:rPr sz="2325" b="1">
                <a:solidFill>
                  <a:srgbClr val="0B2C50"/>
                </a:solidFill>
              </a:rPr>
              <a:t>3. Normalize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09DCFE-9B88-4C29-981B-B846AC29C525}"/>
              </a:ext>
            </a:extLst>
          </p:cNvPr>
          <p:cNvSpPr>
            <a:spLocks noGrp="1"/>
          </p:cNvSpPr>
          <p:nvPr/>
        </p:nvSpPr>
        <p:spPr>
          <a:xfrm>
            <a:off x="4476750" y="3857625"/>
            <a:ext cx="66675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000000"/>
                </a:solidFill>
              </a:defRPr>
            </a:defPPr>
            <a:lvl1pPr>
              <a:defRPr sz="2175" b="0">
                <a:solidFill>
                  <a:srgbClr val="000000"/>
                </a:solidFill>
              </a:defRPr>
            </a:lvl1pPr>
            <a:lvl2pPr>
              <a:defRPr sz="2175" b="0">
                <a:solidFill>
                  <a:srgbClr val="000000"/>
                </a:solidFill>
              </a:defRPr>
            </a:lvl2pPr>
            <a:lvl3pPr>
              <a:defRPr sz="2175" b="0">
                <a:solidFill>
                  <a:srgbClr val="000000"/>
                </a:solidFill>
              </a:defRPr>
            </a:lvl3pPr>
            <a:lvl4pPr>
              <a:defRPr sz="2175" b="0">
                <a:solidFill>
                  <a:srgbClr val="000000"/>
                </a:solidFill>
              </a:defRPr>
            </a:lvl4pPr>
            <a:lvl5pPr>
              <a:defRPr sz="2175" b="0">
                <a:solidFill>
                  <a:srgbClr val="000000"/>
                </a:solidFill>
              </a:defRPr>
            </a:lvl5pPr>
            <a:lvl6pPr>
              <a:defRPr sz="2175" b="0">
                <a:solidFill>
                  <a:srgbClr val="000000"/>
                </a:solidFill>
              </a:defRPr>
            </a:lvl6pPr>
            <a:lvl7pPr>
              <a:defRPr sz="2175" b="0">
                <a:solidFill>
                  <a:srgbClr val="000000"/>
                </a:solidFill>
              </a:defRPr>
            </a:lvl7pPr>
            <a:lvl8pPr>
              <a:defRPr sz="2175" b="0">
                <a:solidFill>
                  <a:srgbClr val="000000"/>
                </a:solidFill>
              </a:defRPr>
            </a:lvl8pPr>
            <a:lvl9pPr>
              <a:defRPr sz="2175" b="0">
                <a:solidFill>
                  <a:srgbClr val="000000"/>
                </a:solidFill>
              </a:defRPr>
            </a:lvl9pPr>
          </a:lstStyle>
          <a:p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Divide pixels by 255 to get values from 0 to 1.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B92D6A-505B-4A9D-9B9F-66CB011DDD65}"/>
              </a:ext>
            </a:extLst>
          </p:cNvPr>
          <p:cNvSpPr>
            <a:spLocks noGrp="1"/>
          </p:cNvSpPr>
          <p:nvPr/>
        </p:nvSpPr>
        <p:spPr>
          <a:xfrm>
            <a:off x="857250" y="4953000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0B2C50"/>
                </a:solidFill>
              </a:defRPr>
            </a:defPPr>
            <a:lvl1pPr>
              <a:defRPr sz="2325" b="1">
                <a:solidFill>
                  <a:srgbClr val="0B2C50"/>
                </a:solidFill>
              </a:defRPr>
            </a:lvl1pPr>
            <a:lvl2pPr>
              <a:defRPr sz="2325" b="1">
                <a:solidFill>
                  <a:srgbClr val="0B2C50"/>
                </a:solidFill>
              </a:defRPr>
            </a:lvl2pPr>
            <a:lvl3pPr>
              <a:defRPr sz="2325" b="1">
                <a:solidFill>
                  <a:srgbClr val="0B2C50"/>
                </a:solidFill>
              </a:defRPr>
            </a:lvl3pPr>
            <a:lvl4pPr>
              <a:defRPr sz="2325" b="1">
                <a:solidFill>
                  <a:srgbClr val="0B2C50"/>
                </a:solidFill>
              </a:defRPr>
            </a:lvl4pPr>
            <a:lvl5pPr>
              <a:defRPr sz="2325" b="1">
                <a:solidFill>
                  <a:srgbClr val="0B2C50"/>
                </a:solidFill>
              </a:defRPr>
            </a:lvl5pPr>
            <a:lvl6pPr>
              <a:defRPr sz="2325" b="1">
                <a:solidFill>
                  <a:srgbClr val="0B2C50"/>
                </a:solidFill>
              </a:defRPr>
            </a:lvl6pPr>
            <a:lvl7pPr>
              <a:defRPr sz="2325" b="1">
                <a:solidFill>
                  <a:srgbClr val="0B2C50"/>
                </a:solidFill>
              </a:defRPr>
            </a:lvl7pPr>
            <a:lvl8pPr>
              <a:defRPr sz="2325" b="1">
                <a:solidFill>
                  <a:srgbClr val="0B2C50"/>
                </a:solidFill>
              </a:defRPr>
            </a:lvl8pPr>
            <a:lvl9pPr>
              <a:defRPr sz="2325" b="1">
                <a:solidFill>
                  <a:srgbClr val="0B2C50"/>
                </a:solidFill>
              </a:defRPr>
            </a:lvl9pPr>
          </a:lstStyle>
          <a:p>
            <a:pPr>
              <a:defRPr sz="2325" b="1">
                <a:solidFill>
                  <a:srgbClr val="0B2C50"/>
                </a:solidFill>
              </a:defRPr>
            </a:pPr>
            <a:r>
              <a:rPr sz="2325" b="1">
                <a:solidFill>
                  <a:srgbClr val="0B2C50"/>
                </a:solidFill>
              </a:rPr>
              <a:t>4. Encode and split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D7F420-3D21-4DA5-AF21-562ED618D76F}"/>
              </a:ext>
            </a:extLst>
          </p:cNvPr>
          <p:cNvSpPr>
            <a:spLocks noGrp="1"/>
          </p:cNvSpPr>
          <p:nvPr/>
        </p:nvSpPr>
        <p:spPr>
          <a:xfrm>
            <a:off x="4476750" y="4953000"/>
            <a:ext cx="66675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000000"/>
                </a:solidFill>
              </a:defRPr>
            </a:defPPr>
            <a:lvl1pPr>
              <a:defRPr sz="2175" b="0">
                <a:solidFill>
                  <a:srgbClr val="000000"/>
                </a:solidFill>
              </a:defRPr>
            </a:lvl1pPr>
            <a:lvl2pPr>
              <a:defRPr sz="2175" b="0">
                <a:solidFill>
                  <a:srgbClr val="000000"/>
                </a:solidFill>
              </a:defRPr>
            </a:lvl2pPr>
            <a:lvl3pPr>
              <a:defRPr sz="2175" b="0">
                <a:solidFill>
                  <a:srgbClr val="000000"/>
                </a:solidFill>
              </a:defRPr>
            </a:lvl3pPr>
            <a:lvl4pPr>
              <a:defRPr sz="2175" b="0">
                <a:solidFill>
                  <a:srgbClr val="000000"/>
                </a:solidFill>
              </a:defRPr>
            </a:lvl4pPr>
            <a:lvl5pPr>
              <a:defRPr sz="2175" b="0">
                <a:solidFill>
                  <a:srgbClr val="000000"/>
                </a:solidFill>
              </a:defRPr>
            </a:lvl5pPr>
            <a:lvl6pPr>
              <a:defRPr sz="2175" b="0">
                <a:solidFill>
                  <a:srgbClr val="000000"/>
                </a:solidFill>
              </a:defRPr>
            </a:lvl6pPr>
            <a:lvl7pPr>
              <a:defRPr sz="2175" b="0">
                <a:solidFill>
                  <a:srgbClr val="000000"/>
                </a:solidFill>
              </a:defRPr>
            </a:lvl7pPr>
            <a:lvl8pPr>
              <a:defRPr sz="2175" b="0">
                <a:solidFill>
                  <a:srgbClr val="000000"/>
                </a:solidFill>
              </a:defRPr>
            </a:lvl8pPr>
            <a:lvl9pPr>
              <a:defRPr sz="2175" b="0">
                <a:solidFill>
                  <a:srgbClr val="000000"/>
                </a:solidFill>
              </a:defRPr>
            </a:lvl9pPr>
          </a:lstStyle>
          <a:p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Use one-hot labels and a stratified 80 / 20 split.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B654DC-8048-4385-BAF7-1DD80ED89614}"/>
              </a:ext>
            </a:extLst>
          </p:cNvPr>
          <p:cNvSpPr>
            <a:spLocks noGrp="1"/>
          </p:cNvSpPr>
          <p:nvPr/>
        </p:nvSpPr>
        <p:spPr>
          <a:xfrm>
            <a:off x="857250" y="6096000"/>
            <a:ext cx="105727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000000"/>
                </a:solidFill>
              </a:defRPr>
            </a:defPPr>
            <a:lvl1pPr>
              <a:defRPr sz="1875" b="0">
                <a:solidFill>
                  <a:srgbClr val="000000"/>
                </a:solidFill>
              </a:defRPr>
            </a:lvl1pPr>
            <a:lvl2pPr>
              <a:defRPr sz="1875" b="0">
                <a:solidFill>
                  <a:srgbClr val="000000"/>
                </a:solidFill>
              </a:defRPr>
            </a:lvl2pPr>
            <a:lvl3pPr>
              <a:defRPr sz="1875" b="0">
                <a:solidFill>
                  <a:srgbClr val="000000"/>
                </a:solidFill>
              </a:defRPr>
            </a:lvl3pPr>
            <a:lvl4pPr>
              <a:defRPr sz="1875" b="0">
                <a:solidFill>
                  <a:srgbClr val="000000"/>
                </a:solidFill>
              </a:defRPr>
            </a:lvl4pPr>
            <a:lvl5pPr>
              <a:defRPr sz="1875" b="0">
                <a:solidFill>
                  <a:srgbClr val="000000"/>
                </a:solidFill>
              </a:defRPr>
            </a:lvl5pPr>
            <a:lvl6pPr>
              <a:defRPr sz="1875" b="0">
                <a:solidFill>
                  <a:srgbClr val="000000"/>
                </a:solidFill>
              </a:defRPr>
            </a:lvl6pPr>
            <a:lvl7pPr>
              <a:defRPr sz="1875" b="0">
                <a:solidFill>
                  <a:srgbClr val="000000"/>
                </a:solidFill>
              </a:defRPr>
            </a:lvl7pPr>
            <a:lvl8pPr>
              <a:defRPr sz="1875" b="0">
                <a:solidFill>
                  <a:srgbClr val="000000"/>
                </a:solidFill>
              </a:defRPr>
            </a:lvl8pPr>
            <a:lvl9pPr>
              <a:defRPr sz="1875" b="0">
                <a:solidFill>
                  <a:srgbClr val="000000"/>
                </a:solidFill>
              </a:defRPr>
            </a:lvl9pPr>
          </a:lstStyle>
          <a:p>
            <a:pPr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The app applies the same RGB, resizing and normalization steps.</a:t>
            </a:r>
          </a:p>
        </p:txBody>
      </p:sp>
    </p:spTree>
    <p:extLst>
      <p:ext uri="{BB962C8B-B14F-4D97-AF65-F5344CB8AC3E}">
        <p14:creationId xmlns:p14="http://schemas.microsoft.com/office/powerpoint/2010/main" val="71264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399091-F4AB-45B5-8A9B-91F59A8FA3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FDDB13-5B2D-40CF-AC4D-859B2C0759A6}"/>
              </a:ext>
            </a:extLst>
          </p:cNvPr>
          <p:cNvSpPr>
            <a:spLocks noGrp="1"/>
          </p:cNvSpPr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A84DF9-A4FD-4B86-B043-0F5EAD91EED8}"/>
              </a:ext>
            </a:extLst>
          </p:cNvPr>
          <p:cNvSpPr>
            <a:spLocks noGrp="1"/>
          </p:cNvSpPr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1EFB2C-5D10-4479-87D8-1495C6A73777}"/>
              </a:ext>
            </a:extLst>
          </p:cNvPr>
          <p:cNvSpPr>
            <a:spLocks noGrp="1"/>
          </p:cNvSpPr>
          <p:nvPr/>
        </p:nvSpPr>
        <p:spPr>
          <a:xfrm>
            <a:off x="713232" y="274320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sz="3000" b="1">
                <a:solidFill>
                  <a:srgbClr val="0B2C50"/>
                </a:solidFill>
              </a:defRPr>
            </a:defPPr>
            <a:lvl1pPr>
              <a:defRPr sz="3000" b="1">
                <a:solidFill>
                  <a:srgbClr val="0B2C50"/>
                </a:solidFill>
              </a:defRPr>
            </a:lvl1pPr>
            <a:lvl2pPr>
              <a:defRPr sz="3000" b="1">
                <a:solidFill>
                  <a:srgbClr val="0B2C50"/>
                </a:solidFill>
              </a:defRPr>
            </a:lvl2pPr>
            <a:lvl3pPr>
              <a:defRPr sz="3000" b="1">
                <a:solidFill>
                  <a:srgbClr val="0B2C50"/>
                </a:solidFill>
              </a:defRPr>
            </a:lvl3pPr>
            <a:lvl4pPr>
              <a:defRPr sz="3000" b="1">
                <a:solidFill>
                  <a:srgbClr val="0B2C50"/>
                </a:solidFill>
              </a:defRPr>
            </a:lvl4pPr>
            <a:lvl5pPr>
              <a:defRPr sz="3000" b="1">
                <a:solidFill>
                  <a:srgbClr val="0B2C50"/>
                </a:solidFill>
              </a:defRPr>
            </a:lvl5pPr>
            <a:lvl6pPr>
              <a:defRPr sz="3000" b="1">
                <a:solidFill>
                  <a:srgbClr val="0B2C50"/>
                </a:solidFill>
              </a:defRPr>
            </a:lvl6pPr>
            <a:lvl7pPr>
              <a:defRPr sz="3000" b="1">
                <a:solidFill>
                  <a:srgbClr val="0B2C50"/>
                </a:solidFill>
              </a:defRPr>
            </a:lvl7pPr>
            <a:lvl8pPr>
              <a:defRPr sz="3000" b="1">
                <a:solidFill>
                  <a:srgbClr val="0B2C50"/>
                </a:solidFill>
              </a:defRPr>
            </a:lvl8pPr>
            <a:lvl9pPr>
              <a:defRPr sz="3000" b="1">
                <a:solidFill>
                  <a:srgbClr val="0B2C50"/>
                </a:solidFill>
              </a:defRPr>
            </a:lvl9pPr>
          </a:lstStyle>
          <a:p>
            <a:pPr>
              <a:defRPr sz="3000" b="1">
                <a:solidFill>
                  <a:srgbClr val="0B2C50"/>
                </a:solidFill>
              </a:defRPr>
            </a:pPr>
            <a:r>
              <a:rPr sz="3000" b="1">
                <a:solidFill>
                  <a:srgbClr val="0B2C50"/>
                </a:solidFill>
              </a:rPr>
              <a:t>CNN Architecture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CBC4D7-41B6-44DA-8055-768C2D56C922}"/>
              </a:ext>
            </a:extLst>
          </p:cNvPr>
          <p:cNvSpPr>
            <a:spLocks noGrp="1"/>
          </p:cNvSpPr>
          <p:nvPr/>
        </p:nvSpPr>
        <p:spPr>
          <a:xfrm>
            <a:off x="713232" y="904875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7FFA35-5EA2-42D4-A2C1-FE8C4333B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182879"/>
            <a:ext cx="1328928" cy="13416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12667C-5D33-BF0F-9BFC-1C93D71B0FA3}"/>
              </a:ext>
            </a:extLst>
          </p:cNvPr>
          <p:cNvSpPr>
            <a:spLocks noGrp="1"/>
          </p:cNvSpPr>
          <p:nvPr/>
        </p:nvSpPr>
        <p:spPr>
          <a:xfrm>
            <a:off x="10763250" y="6667500"/>
            <a:ext cx="68262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 algn="r">
              <a:defRPr sz="1200" b="0">
                <a:solidFill>
                  <a:srgbClr val="FFFFFF"/>
                </a:solidFill>
              </a:defRPr>
            </a:defPPr>
            <a:lvl1pPr algn="r">
              <a:defRPr sz="1200" b="0">
                <a:solidFill>
                  <a:srgbClr val="FFFFFF"/>
                </a:solidFill>
              </a:defRPr>
            </a:lvl1pPr>
            <a:lvl2pPr algn="r">
              <a:defRPr sz="1200" b="0">
                <a:solidFill>
                  <a:srgbClr val="FFFFFF"/>
                </a:solidFill>
              </a:defRPr>
            </a:lvl2pPr>
            <a:lvl3pPr algn="r">
              <a:defRPr sz="1200" b="0">
                <a:solidFill>
                  <a:srgbClr val="FFFFFF"/>
                </a:solidFill>
              </a:defRPr>
            </a:lvl3pPr>
            <a:lvl4pPr algn="r">
              <a:defRPr sz="1200" b="0">
                <a:solidFill>
                  <a:srgbClr val="FFFFFF"/>
                </a:solidFill>
              </a:defRPr>
            </a:lvl4pPr>
            <a:lvl5pPr algn="r">
              <a:defRPr sz="1200" b="0">
                <a:solidFill>
                  <a:srgbClr val="FFFFFF"/>
                </a:solidFill>
              </a:defRPr>
            </a:lvl5pPr>
            <a:lvl6pPr algn="r">
              <a:defRPr sz="1200" b="0">
                <a:solidFill>
                  <a:srgbClr val="FFFFFF"/>
                </a:solidFill>
              </a:defRPr>
            </a:lvl6pPr>
            <a:lvl7pPr algn="r">
              <a:defRPr sz="1200" b="0">
                <a:solidFill>
                  <a:srgbClr val="FFFFFF"/>
                </a:solidFill>
              </a:defRPr>
            </a:lvl7pPr>
            <a:lvl8pPr algn="r">
              <a:defRPr sz="1200" b="0">
                <a:solidFill>
                  <a:srgbClr val="FFFFFF"/>
                </a:solidFill>
              </a:defRPr>
            </a:lvl8pPr>
            <a:lvl9pPr algn="r">
              <a:defRPr sz="1200" b="0">
                <a:solidFill>
                  <a:srgbClr val="FFFFFF"/>
                </a:solidFill>
              </a:defRPr>
            </a:lvl9pPr>
          </a:lstStyle>
          <a:p>
            <a:pPr algn="r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+mj-lt"/>
                <a:ea typeface="+mj-lt"/>
                <a:cs typeface="+mj-lt"/>
              </a:rPr>
              <a:t>Slide 4 of 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0CFD86-B59B-417E-B9C6-2DC826345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05" y="1571625"/>
            <a:ext cx="6282840" cy="48387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6FF4ED7-430A-42F6-8C41-FBF1D271C6C4}"/>
              </a:ext>
            </a:extLst>
          </p:cNvPr>
          <p:cNvSpPr>
            <a:spLocks noGrp="1"/>
          </p:cNvSpPr>
          <p:nvPr/>
        </p:nvSpPr>
        <p:spPr>
          <a:xfrm>
            <a:off x="7381875" y="1714500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0B2C50"/>
                </a:solidFill>
              </a:defRPr>
            </a:defPPr>
            <a:lvl1pPr>
              <a:defRPr sz="2250" b="1">
                <a:solidFill>
                  <a:srgbClr val="0B2C50"/>
                </a:solidFill>
              </a:defRPr>
            </a:lvl1pPr>
            <a:lvl2pPr>
              <a:defRPr sz="2250" b="1">
                <a:solidFill>
                  <a:srgbClr val="0B2C50"/>
                </a:solidFill>
              </a:defRPr>
            </a:lvl2pPr>
            <a:lvl3pPr>
              <a:defRPr sz="2250" b="1">
                <a:solidFill>
                  <a:srgbClr val="0B2C50"/>
                </a:solidFill>
              </a:defRPr>
            </a:lvl3pPr>
            <a:lvl4pPr>
              <a:defRPr sz="2250" b="1">
                <a:solidFill>
                  <a:srgbClr val="0B2C50"/>
                </a:solidFill>
              </a:defRPr>
            </a:lvl4pPr>
            <a:lvl5pPr>
              <a:defRPr sz="2250" b="1">
                <a:solidFill>
                  <a:srgbClr val="0B2C50"/>
                </a:solidFill>
              </a:defRPr>
            </a:lvl5pPr>
            <a:lvl6pPr>
              <a:defRPr sz="2250" b="1">
                <a:solidFill>
                  <a:srgbClr val="0B2C50"/>
                </a:solidFill>
              </a:defRPr>
            </a:lvl6pPr>
            <a:lvl7pPr>
              <a:defRPr sz="2250" b="1">
                <a:solidFill>
                  <a:srgbClr val="0B2C50"/>
                </a:solidFill>
              </a:defRPr>
            </a:lvl7pPr>
            <a:lvl8pPr>
              <a:defRPr sz="2250" b="1">
                <a:solidFill>
                  <a:srgbClr val="0B2C50"/>
                </a:solidFill>
              </a:defRPr>
            </a:lvl8pPr>
            <a:lvl9pPr>
              <a:defRPr sz="2250" b="1">
                <a:solidFill>
                  <a:srgbClr val="0B2C50"/>
                </a:solidFill>
              </a:defRPr>
            </a:lvl9pPr>
          </a:lstStyle>
          <a:p>
            <a:pPr>
              <a:defRPr sz="2250" b="1">
                <a:solidFill>
                  <a:srgbClr val="0B2C50"/>
                </a:solidFill>
              </a:defRPr>
            </a:pPr>
            <a:r>
              <a:rPr sz="2250" b="1">
                <a:solidFill>
                  <a:srgbClr val="0B2C50"/>
                </a:solidFill>
              </a:rPr>
              <a:t>Feature extraction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E52DD2-E36D-48E4-B1F5-58D578806C5F}"/>
              </a:ext>
            </a:extLst>
          </p:cNvPr>
          <p:cNvSpPr>
            <a:spLocks noGrp="1"/>
          </p:cNvSpPr>
          <p:nvPr/>
        </p:nvSpPr>
        <p:spPr>
          <a:xfrm>
            <a:off x="7381875" y="2286000"/>
            <a:ext cx="4048125" cy="2047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000000"/>
                </a:solidFill>
              </a:defRPr>
            </a:defPPr>
            <a:lvl1pPr>
              <a:defRPr sz="1950" b="0">
                <a:solidFill>
                  <a:srgbClr val="000000"/>
                </a:solidFill>
              </a:defRPr>
            </a:lvl1pPr>
            <a:lvl2pPr>
              <a:defRPr sz="1950" b="0">
                <a:solidFill>
                  <a:srgbClr val="000000"/>
                </a:solidFill>
              </a:defRPr>
            </a:lvl2pPr>
            <a:lvl3pPr>
              <a:defRPr sz="1950" b="0">
                <a:solidFill>
                  <a:srgbClr val="000000"/>
                </a:solidFill>
              </a:defRPr>
            </a:lvl3pPr>
            <a:lvl4pPr>
              <a:defRPr sz="1950" b="0">
                <a:solidFill>
                  <a:srgbClr val="000000"/>
                </a:solidFill>
              </a:defRPr>
            </a:lvl4pPr>
            <a:lvl5pPr>
              <a:defRPr sz="1950" b="0">
                <a:solidFill>
                  <a:srgbClr val="000000"/>
                </a:solidFill>
              </a:defRPr>
            </a:lvl5pPr>
            <a:lvl6pPr>
              <a:defRPr sz="1950" b="0">
                <a:solidFill>
                  <a:srgbClr val="000000"/>
                </a:solidFill>
              </a:defRPr>
            </a:lvl6pPr>
            <a:lvl7pPr>
              <a:defRPr sz="1950" b="0">
                <a:solidFill>
                  <a:srgbClr val="000000"/>
                </a:solidFill>
              </a:defRPr>
            </a:lvl7pPr>
            <a:lvl8pPr>
              <a:defRPr sz="1950" b="0">
                <a:solidFill>
                  <a:srgbClr val="000000"/>
                </a:solidFill>
              </a:defRPr>
            </a:lvl8pPr>
            <a:lvl9pPr>
              <a:defRPr sz="1950" b="0">
                <a:solidFill>
                  <a:srgbClr val="000000"/>
                </a:solidFill>
              </a:defRPr>
            </a:lvl9pPr>
          </a:lstStyle>
          <a:p>
            <a:pPr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2 Conv2D layers: 32 filters, 5 × 5</a:t>
            </a:r>
          </a:p>
          <a:p>
            <a:pPr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Max pooling + 25% dropout</a:t>
            </a:r>
          </a:p>
          <a:p>
            <a:endParaRPr sz="1950" b="0">
              <a:solidFill>
                <a:srgbClr val="000000"/>
              </a:solidFill>
            </a:endParaRPr>
          </a:p>
          <a:p>
            <a:pPr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2 Conv2D layers: 64 filters, 3 × 3</a:t>
            </a:r>
          </a:p>
          <a:p>
            <a:pPr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Max pooling + 25% dropout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1CE5CC-6696-424A-A9B3-785D91B16F8B}"/>
              </a:ext>
            </a:extLst>
          </p:cNvPr>
          <p:cNvSpPr>
            <a:spLocks noGrp="1"/>
          </p:cNvSpPr>
          <p:nvPr/>
        </p:nvSpPr>
        <p:spPr>
          <a:xfrm>
            <a:off x="7381875" y="4476750"/>
            <a:ext cx="404812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0B2C50"/>
                </a:solidFill>
              </a:defRPr>
            </a:defPPr>
            <a:lvl1pPr>
              <a:defRPr sz="2250" b="1">
                <a:solidFill>
                  <a:srgbClr val="0B2C50"/>
                </a:solidFill>
              </a:defRPr>
            </a:lvl1pPr>
            <a:lvl2pPr>
              <a:defRPr sz="2250" b="1">
                <a:solidFill>
                  <a:srgbClr val="0B2C50"/>
                </a:solidFill>
              </a:defRPr>
            </a:lvl2pPr>
            <a:lvl3pPr>
              <a:defRPr sz="2250" b="1">
                <a:solidFill>
                  <a:srgbClr val="0B2C50"/>
                </a:solidFill>
              </a:defRPr>
            </a:lvl3pPr>
            <a:lvl4pPr>
              <a:defRPr sz="2250" b="1">
                <a:solidFill>
                  <a:srgbClr val="0B2C50"/>
                </a:solidFill>
              </a:defRPr>
            </a:lvl4pPr>
            <a:lvl5pPr>
              <a:defRPr sz="2250" b="1">
                <a:solidFill>
                  <a:srgbClr val="0B2C50"/>
                </a:solidFill>
              </a:defRPr>
            </a:lvl5pPr>
            <a:lvl6pPr>
              <a:defRPr sz="2250" b="1">
                <a:solidFill>
                  <a:srgbClr val="0B2C50"/>
                </a:solidFill>
              </a:defRPr>
            </a:lvl6pPr>
            <a:lvl7pPr>
              <a:defRPr sz="2250" b="1">
                <a:solidFill>
                  <a:srgbClr val="0B2C50"/>
                </a:solidFill>
              </a:defRPr>
            </a:lvl7pPr>
            <a:lvl8pPr>
              <a:defRPr sz="2250" b="1">
                <a:solidFill>
                  <a:srgbClr val="0B2C50"/>
                </a:solidFill>
              </a:defRPr>
            </a:lvl8pPr>
            <a:lvl9pPr>
              <a:defRPr sz="2250" b="1">
                <a:solidFill>
                  <a:srgbClr val="0B2C50"/>
                </a:solidFill>
              </a:defRPr>
            </a:lvl9pPr>
          </a:lstStyle>
          <a:p>
            <a:pPr>
              <a:defRPr sz="2250" b="1">
                <a:solidFill>
                  <a:srgbClr val="0B2C50"/>
                </a:solidFill>
              </a:defRPr>
            </a:pPr>
            <a:r>
              <a:rPr sz="2250" b="1">
                <a:solidFill>
                  <a:srgbClr val="0B2C50"/>
                </a:solidFill>
              </a:rPr>
              <a:t>Classification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4D0CEA-93E3-4EC2-A78F-95D385CCF1D4}"/>
              </a:ext>
            </a:extLst>
          </p:cNvPr>
          <p:cNvSpPr>
            <a:spLocks noGrp="1"/>
          </p:cNvSpPr>
          <p:nvPr/>
        </p:nvSpPr>
        <p:spPr>
          <a:xfrm>
            <a:off x="7381875" y="5000625"/>
            <a:ext cx="4048125" cy="1143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000000"/>
                </a:solidFill>
              </a:defRPr>
            </a:defPPr>
            <a:lvl1pPr>
              <a:defRPr sz="2025" b="0">
                <a:solidFill>
                  <a:srgbClr val="000000"/>
                </a:solidFill>
              </a:defRPr>
            </a:lvl1pPr>
            <a:lvl2pPr>
              <a:defRPr sz="2025" b="0">
                <a:solidFill>
                  <a:srgbClr val="000000"/>
                </a:solidFill>
              </a:defRPr>
            </a:lvl2pPr>
            <a:lvl3pPr>
              <a:defRPr sz="2025" b="0">
                <a:solidFill>
                  <a:srgbClr val="000000"/>
                </a:solidFill>
              </a:defRPr>
            </a:lvl3pPr>
            <a:lvl4pPr>
              <a:defRPr sz="2025" b="0">
                <a:solidFill>
                  <a:srgbClr val="000000"/>
                </a:solidFill>
              </a:defRPr>
            </a:lvl4pPr>
            <a:lvl5pPr>
              <a:defRPr sz="2025" b="0">
                <a:solidFill>
                  <a:srgbClr val="000000"/>
                </a:solidFill>
              </a:defRPr>
            </a:lvl5pPr>
            <a:lvl6pPr>
              <a:defRPr sz="2025" b="0">
                <a:solidFill>
                  <a:srgbClr val="000000"/>
                </a:solidFill>
              </a:defRPr>
            </a:lvl6pPr>
            <a:lvl7pPr>
              <a:defRPr sz="2025" b="0">
                <a:solidFill>
                  <a:srgbClr val="000000"/>
                </a:solidFill>
              </a:defRPr>
            </a:lvl7pPr>
            <a:lvl8pPr>
              <a:defRPr sz="2025" b="0">
                <a:solidFill>
                  <a:srgbClr val="000000"/>
                </a:solidFill>
              </a:defRPr>
            </a:lvl8pPr>
            <a:lvl9pPr>
              <a:defRPr sz="2025" b="0">
                <a:solidFill>
                  <a:srgbClr val="000000"/>
                </a:solidFill>
              </a:defRPr>
            </a:lvl9pPr>
          </a:lstStyle>
          <a:p>
            <a:pPr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Flatten: 1,024 values</a:t>
            </a:r>
          </a:p>
          <a:p>
            <a:pPr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Dense: 256 + 50% dropout</a:t>
            </a:r>
          </a:p>
          <a:p>
            <a:pPr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Softmax: 43 output classes</a:t>
            </a:r>
          </a:p>
        </p:txBody>
      </p:sp>
    </p:spTree>
    <p:extLst>
      <p:ext uri="{BB962C8B-B14F-4D97-AF65-F5344CB8AC3E}">
        <p14:creationId xmlns:p14="http://schemas.microsoft.com/office/powerpoint/2010/main" val="591852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FE1524-0713-4A99-9DBD-8F5C9132FB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9D56A7-280A-4A3C-9025-A9C4D408FED8}"/>
              </a:ext>
            </a:extLst>
          </p:cNvPr>
          <p:cNvSpPr>
            <a:spLocks noGrp="1"/>
          </p:cNvSpPr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D1D333-C509-4ACC-B2CD-8658F3FEA155}"/>
              </a:ext>
            </a:extLst>
          </p:cNvPr>
          <p:cNvSpPr>
            <a:spLocks noGrp="1"/>
          </p:cNvSpPr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A8CD56-EC20-4AC2-8854-3748CF1591E3}"/>
              </a:ext>
            </a:extLst>
          </p:cNvPr>
          <p:cNvSpPr>
            <a:spLocks noGrp="1"/>
          </p:cNvSpPr>
          <p:nvPr/>
        </p:nvSpPr>
        <p:spPr>
          <a:xfrm>
            <a:off x="713232" y="274320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sz="3000" b="1">
                <a:solidFill>
                  <a:srgbClr val="0B2C50"/>
                </a:solidFill>
              </a:defRPr>
            </a:defPPr>
            <a:lvl1pPr>
              <a:defRPr sz="3000" b="1">
                <a:solidFill>
                  <a:srgbClr val="0B2C50"/>
                </a:solidFill>
              </a:defRPr>
            </a:lvl1pPr>
            <a:lvl2pPr>
              <a:defRPr sz="3000" b="1">
                <a:solidFill>
                  <a:srgbClr val="0B2C50"/>
                </a:solidFill>
              </a:defRPr>
            </a:lvl2pPr>
            <a:lvl3pPr>
              <a:defRPr sz="3000" b="1">
                <a:solidFill>
                  <a:srgbClr val="0B2C50"/>
                </a:solidFill>
              </a:defRPr>
            </a:lvl3pPr>
            <a:lvl4pPr>
              <a:defRPr sz="3000" b="1">
                <a:solidFill>
                  <a:srgbClr val="0B2C50"/>
                </a:solidFill>
              </a:defRPr>
            </a:lvl4pPr>
            <a:lvl5pPr>
              <a:defRPr sz="3000" b="1">
                <a:solidFill>
                  <a:srgbClr val="0B2C50"/>
                </a:solidFill>
              </a:defRPr>
            </a:lvl5pPr>
            <a:lvl6pPr>
              <a:defRPr sz="3000" b="1">
                <a:solidFill>
                  <a:srgbClr val="0B2C50"/>
                </a:solidFill>
              </a:defRPr>
            </a:lvl6pPr>
            <a:lvl7pPr>
              <a:defRPr sz="3000" b="1">
                <a:solidFill>
                  <a:srgbClr val="0B2C50"/>
                </a:solidFill>
              </a:defRPr>
            </a:lvl7pPr>
            <a:lvl8pPr>
              <a:defRPr sz="3000" b="1">
                <a:solidFill>
                  <a:srgbClr val="0B2C50"/>
                </a:solidFill>
              </a:defRPr>
            </a:lvl8pPr>
            <a:lvl9pPr>
              <a:defRPr sz="3000" b="1">
                <a:solidFill>
                  <a:srgbClr val="0B2C50"/>
                </a:solidFill>
              </a:defRPr>
            </a:lvl9pPr>
          </a:lstStyle>
          <a:p>
            <a:pPr algn="l">
              <a:buNone/>
              <a:defRPr sz="3000" b="1">
                <a:solidFill>
                  <a:srgbClr val="0B2C50"/>
                </a:solidFill>
              </a:defRPr>
            </a:pPr>
            <a:r>
              <a:rPr sz="3000" b="1">
                <a:solidFill>
                  <a:srgbClr val="0B2C50"/>
                </a:solidFill>
                <a:latin typeface="+mj-lt"/>
                <a:ea typeface="+mj-lt"/>
                <a:cs typeface="+mj-lt"/>
              </a:rPr>
              <a:t>Training and Learning Curves</a:t>
            </a:r>
            <a:endParaRPr sz="3200" b="1">
              <a:solidFill>
                <a:srgbClr val="072A52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719BEB-EA47-47E5-B7B3-2AE6ECA62238}"/>
              </a:ext>
            </a:extLst>
          </p:cNvPr>
          <p:cNvSpPr>
            <a:spLocks noGrp="1"/>
          </p:cNvSpPr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7057B2-37BA-4D26-AE73-7AECFAA76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106319"/>
            <a:ext cx="1383486" cy="13967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C15514-6D1B-4D20-2429-5669DFEA4C1E}"/>
              </a:ext>
            </a:extLst>
          </p:cNvPr>
          <p:cNvSpPr>
            <a:spLocks noGrp="1"/>
          </p:cNvSpPr>
          <p:nvPr/>
        </p:nvSpPr>
        <p:spPr>
          <a:xfrm>
            <a:off x="10763250" y="6667500"/>
            <a:ext cx="68262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 algn="r">
              <a:defRPr sz="1200" b="0">
                <a:solidFill>
                  <a:srgbClr val="FFFFFF"/>
                </a:solidFill>
              </a:defRPr>
            </a:defPPr>
            <a:lvl1pPr algn="r">
              <a:defRPr sz="1200" b="0">
                <a:solidFill>
                  <a:srgbClr val="FFFFFF"/>
                </a:solidFill>
              </a:defRPr>
            </a:lvl1pPr>
            <a:lvl2pPr algn="r">
              <a:defRPr sz="1200" b="0">
                <a:solidFill>
                  <a:srgbClr val="FFFFFF"/>
                </a:solidFill>
              </a:defRPr>
            </a:lvl2pPr>
            <a:lvl3pPr algn="r">
              <a:defRPr sz="1200" b="0">
                <a:solidFill>
                  <a:srgbClr val="FFFFFF"/>
                </a:solidFill>
              </a:defRPr>
            </a:lvl3pPr>
            <a:lvl4pPr algn="r">
              <a:defRPr sz="1200" b="0">
                <a:solidFill>
                  <a:srgbClr val="FFFFFF"/>
                </a:solidFill>
              </a:defRPr>
            </a:lvl4pPr>
            <a:lvl5pPr algn="r">
              <a:defRPr sz="1200" b="0">
                <a:solidFill>
                  <a:srgbClr val="FFFFFF"/>
                </a:solidFill>
              </a:defRPr>
            </a:lvl5pPr>
            <a:lvl6pPr algn="r">
              <a:defRPr sz="1200" b="0">
                <a:solidFill>
                  <a:srgbClr val="FFFFFF"/>
                </a:solidFill>
              </a:defRPr>
            </a:lvl6pPr>
            <a:lvl7pPr algn="r">
              <a:defRPr sz="1200" b="0">
                <a:solidFill>
                  <a:srgbClr val="FFFFFF"/>
                </a:solidFill>
              </a:defRPr>
            </a:lvl7pPr>
            <a:lvl8pPr algn="r">
              <a:defRPr sz="1200" b="0">
                <a:solidFill>
                  <a:srgbClr val="FFFFFF"/>
                </a:solidFill>
              </a:defRPr>
            </a:lvl8pPr>
            <a:lvl9pPr algn="r">
              <a:defRPr sz="1200" b="0">
                <a:solidFill>
                  <a:srgbClr val="FFFFFF"/>
                </a:solidFill>
              </a:defRPr>
            </a:lvl9pPr>
          </a:lstStyle>
          <a:p>
            <a:pPr algn="r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+mj-lt"/>
                <a:ea typeface="+mj-lt"/>
                <a:cs typeface="+mj-lt"/>
              </a:rPr>
              <a:t>Slide 5 of 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886D4D-1795-4476-8BC4-4CEBFA02E11C}"/>
              </a:ext>
            </a:extLst>
          </p:cNvPr>
          <p:cNvSpPr>
            <a:spLocks noGrp="1"/>
          </p:cNvSpPr>
          <p:nvPr/>
        </p:nvSpPr>
        <p:spPr>
          <a:xfrm>
            <a:off x="762000" y="1381125"/>
            <a:ext cx="100012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000000"/>
                </a:solidFill>
              </a:defRPr>
            </a:defPPr>
            <a:lvl1pPr>
              <a:defRPr sz="2175" b="0">
                <a:solidFill>
                  <a:srgbClr val="000000"/>
                </a:solidFill>
              </a:defRPr>
            </a:lvl1pPr>
            <a:lvl2pPr>
              <a:defRPr sz="2175" b="0">
                <a:solidFill>
                  <a:srgbClr val="000000"/>
                </a:solidFill>
              </a:defRPr>
            </a:lvl2pPr>
            <a:lvl3pPr>
              <a:defRPr sz="2175" b="0">
                <a:solidFill>
                  <a:srgbClr val="000000"/>
                </a:solidFill>
              </a:defRPr>
            </a:lvl3pPr>
            <a:lvl4pPr>
              <a:defRPr sz="2175" b="0">
                <a:solidFill>
                  <a:srgbClr val="000000"/>
                </a:solidFill>
              </a:defRPr>
            </a:lvl4pPr>
            <a:lvl5pPr>
              <a:defRPr sz="2175" b="0">
                <a:solidFill>
                  <a:srgbClr val="000000"/>
                </a:solidFill>
              </a:defRPr>
            </a:lvl5pPr>
            <a:lvl6pPr>
              <a:defRPr sz="2175" b="0">
                <a:solidFill>
                  <a:srgbClr val="000000"/>
                </a:solidFill>
              </a:defRPr>
            </a:lvl6pPr>
            <a:lvl7pPr>
              <a:defRPr sz="2175" b="0">
                <a:solidFill>
                  <a:srgbClr val="000000"/>
                </a:solidFill>
              </a:defRPr>
            </a:lvl7pPr>
            <a:lvl8pPr>
              <a:defRPr sz="2175" b="0">
                <a:solidFill>
                  <a:srgbClr val="000000"/>
                </a:solidFill>
              </a:defRPr>
            </a:lvl8pPr>
            <a:lvl9pPr>
              <a:defRPr sz="2175" b="0">
                <a:solidFill>
                  <a:srgbClr val="000000"/>
                </a:solidFill>
              </a:defRPr>
            </a:lvl9pPr>
          </a:lstStyle>
          <a:p>
            <a:pPr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20 epochs     Batch size 64     Optimizer: Adam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41989B-4F4D-4161-8BB4-89342E7D5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54255" y="2143125"/>
            <a:ext cx="10483491" cy="40005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A5EDC1B-B024-4982-A612-3401E320C050}"/>
              </a:ext>
            </a:extLst>
          </p:cNvPr>
          <p:cNvSpPr>
            <a:spLocks noGrp="1"/>
          </p:cNvSpPr>
          <p:nvPr/>
        </p:nvSpPr>
        <p:spPr>
          <a:xfrm>
            <a:off x="762000" y="61912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000000"/>
                </a:solidFill>
              </a:defRPr>
            </a:defPPr>
            <a:lvl1pPr>
              <a:defRPr sz="1875" b="0">
                <a:solidFill>
                  <a:srgbClr val="000000"/>
                </a:solidFill>
              </a:defRPr>
            </a:lvl1pPr>
            <a:lvl2pPr>
              <a:defRPr sz="1875" b="0">
                <a:solidFill>
                  <a:srgbClr val="000000"/>
                </a:solidFill>
              </a:defRPr>
            </a:lvl2pPr>
            <a:lvl3pPr>
              <a:defRPr sz="1875" b="0">
                <a:solidFill>
                  <a:srgbClr val="000000"/>
                </a:solidFill>
              </a:defRPr>
            </a:lvl3pPr>
            <a:lvl4pPr>
              <a:defRPr sz="1875" b="0">
                <a:solidFill>
                  <a:srgbClr val="000000"/>
                </a:solidFill>
              </a:defRPr>
            </a:lvl4pPr>
            <a:lvl5pPr>
              <a:defRPr sz="1875" b="0">
                <a:solidFill>
                  <a:srgbClr val="000000"/>
                </a:solidFill>
              </a:defRPr>
            </a:lvl5pPr>
            <a:lvl6pPr>
              <a:defRPr sz="1875" b="0">
                <a:solidFill>
                  <a:srgbClr val="000000"/>
                </a:solidFill>
              </a:defRPr>
            </a:lvl6pPr>
            <a:lvl7pPr>
              <a:defRPr sz="1875" b="0">
                <a:solidFill>
                  <a:srgbClr val="000000"/>
                </a:solidFill>
              </a:defRPr>
            </a:lvl7pPr>
            <a:lvl8pPr>
              <a:defRPr sz="1875" b="0">
                <a:solidFill>
                  <a:srgbClr val="000000"/>
                </a:solidFill>
              </a:defRPr>
            </a:lvl8pPr>
            <a:lvl9pPr>
              <a:defRPr sz="1875" b="0">
                <a:solidFill>
                  <a:srgbClr val="000000"/>
                </a:solidFill>
              </a:defRPr>
            </a:lvl9pPr>
          </a:lstStyle>
          <a:p>
            <a:pPr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Loss: categorical crossentropy. Validation monitors unseen images.</a:t>
            </a:r>
          </a:p>
        </p:txBody>
      </p:sp>
    </p:spTree>
    <p:extLst>
      <p:ext uri="{BB962C8B-B14F-4D97-AF65-F5344CB8AC3E}">
        <p14:creationId xmlns:p14="http://schemas.microsoft.com/office/powerpoint/2010/main" val="1061059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9105B1-7FC9-8448-3D56-7357D2C8C5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769CAF-35A4-EFFB-2ED0-453B8E1FD592}"/>
              </a:ext>
            </a:extLst>
          </p:cNvPr>
          <p:cNvSpPr>
            <a:spLocks noGrp="1"/>
          </p:cNvSpPr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157A83-4A6A-17AB-F08A-B0EC5A4C6BF4}"/>
              </a:ext>
            </a:extLst>
          </p:cNvPr>
          <p:cNvSpPr>
            <a:spLocks noGrp="1"/>
          </p:cNvSpPr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E616D8-837E-8486-8C88-D986A19D5E06}"/>
              </a:ext>
            </a:extLst>
          </p:cNvPr>
          <p:cNvSpPr>
            <a:spLocks noGrp="1"/>
          </p:cNvSpPr>
          <p:nvPr/>
        </p:nvSpPr>
        <p:spPr>
          <a:xfrm>
            <a:off x="713232" y="274320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sz="3000" b="1">
                <a:solidFill>
                  <a:srgbClr val="0B2C50"/>
                </a:solidFill>
              </a:defRPr>
            </a:defPPr>
            <a:lvl1pPr>
              <a:defRPr sz="3000" b="1">
                <a:solidFill>
                  <a:srgbClr val="0B2C50"/>
                </a:solidFill>
              </a:defRPr>
            </a:lvl1pPr>
            <a:lvl2pPr>
              <a:defRPr sz="3000" b="1">
                <a:solidFill>
                  <a:srgbClr val="0B2C50"/>
                </a:solidFill>
              </a:defRPr>
            </a:lvl2pPr>
            <a:lvl3pPr>
              <a:defRPr sz="3000" b="1">
                <a:solidFill>
                  <a:srgbClr val="0B2C50"/>
                </a:solidFill>
              </a:defRPr>
            </a:lvl3pPr>
            <a:lvl4pPr>
              <a:defRPr sz="3000" b="1">
                <a:solidFill>
                  <a:srgbClr val="0B2C50"/>
                </a:solidFill>
              </a:defRPr>
            </a:lvl4pPr>
            <a:lvl5pPr>
              <a:defRPr sz="3000" b="1">
                <a:solidFill>
                  <a:srgbClr val="0B2C50"/>
                </a:solidFill>
              </a:defRPr>
            </a:lvl5pPr>
            <a:lvl6pPr>
              <a:defRPr sz="3000" b="1">
                <a:solidFill>
                  <a:srgbClr val="0B2C50"/>
                </a:solidFill>
              </a:defRPr>
            </a:lvl6pPr>
            <a:lvl7pPr>
              <a:defRPr sz="3000" b="1">
                <a:solidFill>
                  <a:srgbClr val="0B2C50"/>
                </a:solidFill>
              </a:defRPr>
            </a:lvl7pPr>
            <a:lvl8pPr>
              <a:defRPr sz="3000" b="1">
                <a:solidFill>
                  <a:srgbClr val="0B2C50"/>
                </a:solidFill>
              </a:defRPr>
            </a:lvl8pPr>
            <a:lvl9pPr>
              <a:defRPr sz="3000" b="1">
                <a:solidFill>
                  <a:srgbClr val="0B2C50"/>
                </a:solidFill>
              </a:defRPr>
            </a:lvl9pPr>
          </a:lstStyle>
          <a:p>
            <a:pPr algn="l">
              <a:buNone/>
              <a:defRPr sz="3000" b="1">
                <a:solidFill>
                  <a:srgbClr val="0B2C50"/>
                </a:solidFill>
              </a:defRPr>
            </a:pPr>
            <a:r>
              <a:rPr sz="3000" b="1">
                <a:solidFill>
                  <a:srgbClr val="0B2C50"/>
                </a:solidFill>
                <a:latin typeface="+mj-lt"/>
                <a:ea typeface="+mj-lt"/>
                <a:cs typeface="+mj-lt"/>
              </a:rPr>
              <a:t>Test Results</a:t>
            </a:r>
            <a:endParaRPr sz="3200" b="1">
              <a:solidFill>
                <a:srgbClr val="072A52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CC5ED6-3F29-AE3B-596F-989F430EC5CB}"/>
              </a:ext>
            </a:extLst>
          </p:cNvPr>
          <p:cNvSpPr>
            <a:spLocks noGrp="1"/>
          </p:cNvSpPr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CA7AE7-8BCB-4296-B428-65C3C8588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106319"/>
            <a:ext cx="1383486" cy="13967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DAE150-710C-BAD1-2879-A6CFF5D5C38B}"/>
              </a:ext>
            </a:extLst>
          </p:cNvPr>
          <p:cNvSpPr>
            <a:spLocks noGrp="1"/>
          </p:cNvSpPr>
          <p:nvPr/>
        </p:nvSpPr>
        <p:spPr>
          <a:xfrm>
            <a:off x="10763250" y="6667500"/>
            <a:ext cx="68262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 algn="r">
              <a:defRPr sz="1200" b="0">
                <a:solidFill>
                  <a:srgbClr val="FFFFFF"/>
                </a:solidFill>
              </a:defRPr>
            </a:defPPr>
            <a:lvl1pPr algn="r">
              <a:defRPr sz="1200" b="0">
                <a:solidFill>
                  <a:srgbClr val="FFFFFF"/>
                </a:solidFill>
              </a:defRPr>
            </a:lvl1pPr>
            <a:lvl2pPr algn="r">
              <a:defRPr sz="1200" b="0">
                <a:solidFill>
                  <a:srgbClr val="FFFFFF"/>
                </a:solidFill>
              </a:defRPr>
            </a:lvl2pPr>
            <a:lvl3pPr algn="r">
              <a:defRPr sz="1200" b="0">
                <a:solidFill>
                  <a:srgbClr val="FFFFFF"/>
                </a:solidFill>
              </a:defRPr>
            </a:lvl3pPr>
            <a:lvl4pPr algn="r">
              <a:defRPr sz="1200" b="0">
                <a:solidFill>
                  <a:srgbClr val="FFFFFF"/>
                </a:solidFill>
              </a:defRPr>
            </a:lvl4pPr>
            <a:lvl5pPr algn="r">
              <a:defRPr sz="1200" b="0">
                <a:solidFill>
                  <a:srgbClr val="FFFFFF"/>
                </a:solidFill>
              </a:defRPr>
            </a:lvl5pPr>
            <a:lvl6pPr algn="r">
              <a:defRPr sz="1200" b="0">
                <a:solidFill>
                  <a:srgbClr val="FFFFFF"/>
                </a:solidFill>
              </a:defRPr>
            </a:lvl6pPr>
            <a:lvl7pPr algn="r">
              <a:defRPr sz="1200" b="0">
                <a:solidFill>
                  <a:srgbClr val="FFFFFF"/>
                </a:solidFill>
              </a:defRPr>
            </a:lvl7pPr>
            <a:lvl8pPr algn="r">
              <a:defRPr sz="1200" b="0">
                <a:solidFill>
                  <a:srgbClr val="FFFFFF"/>
                </a:solidFill>
              </a:defRPr>
            </a:lvl8pPr>
            <a:lvl9pPr algn="r">
              <a:defRPr sz="1200" b="0">
                <a:solidFill>
                  <a:srgbClr val="FFFFFF"/>
                </a:solidFill>
              </a:defRPr>
            </a:lvl9pPr>
          </a:lstStyle>
          <a:p>
            <a:pPr algn="r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+mj-lt"/>
                <a:ea typeface="+mj-lt"/>
                <a:cs typeface="+mj-lt"/>
              </a:rPr>
              <a:t>Slide 6 of 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A727EC-A3C0-4C32-B932-B57955DDBA4E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6191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6450" b="1">
                <a:solidFill>
                  <a:srgbClr val="0B2C50"/>
                </a:solidFill>
              </a:defRPr>
            </a:defPPr>
            <a:lvl1pPr>
              <a:defRPr sz="6450" b="1">
                <a:solidFill>
                  <a:srgbClr val="0B2C50"/>
                </a:solidFill>
              </a:defRPr>
            </a:lvl1pPr>
            <a:lvl2pPr>
              <a:defRPr sz="6450" b="1">
                <a:solidFill>
                  <a:srgbClr val="0B2C50"/>
                </a:solidFill>
              </a:defRPr>
            </a:lvl2pPr>
            <a:lvl3pPr>
              <a:defRPr sz="6450" b="1">
                <a:solidFill>
                  <a:srgbClr val="0B2C50"/>
                </a:solidFill>
              </a:defRPr>
            </a:lvl3pPr>
            <a:lvl4pPr>
              <a:defRPr sz="6450" b="1">
                <a:solidFill>
                  <a:srgbClr val="0B2C50"/>
                </a:solidFill>
              </a:defRPr>
            </a:lvl4pPr>
            <a:lvl5pPr>
              <a:defRPr sz="6450" b="1">
                <a:solidFill>
                  <a:srgbClr val="0B2C50"/>
                </a:solidFill>
              </a:defRPr>
            </a:lvl5pPr>
            <a:lvl6pPr>
              <a:defRPr sz="6450" b="1">
                <a:solidFill>
                  <a:srgbClr val="0B2C50"/>
                </a:solidFill>
              </a:defRPr>
            </a:lvl6pPr>
            <a:lvl7pPr>
              <a:defRPr sz="6450" b="1">
                <a:solidFill>
                  <a:srgbClr val="0B2C50"/>
                </a:solidFill>
              </a:defRPr>
            </a:lvl7pPr>
            <a:lvl8pPr>
              <a:defRPr sz="6450" b="1">
                <a:solidFill>
                  <a:srgbClr val="0B2C50"/>
                </a:solidFill>
              </a:defRPr>
            </a:lvl8pPr>
            <a:lvl9pPr>
              <a:defRPr sz="6450" b="1">
                <a:solidFill>
                  <a:srgbClr val="0B2C50"/>
                </a:solidFill>
              </a:defRPr>
            </a:lvl9pPr>
          </a:lstStyle>
          <a:p>
            <a:pPr>
              <a:defRPr sz="6450" b="1">
                <a:solidFill>
                  <a:srgbClr val="0B2C50"/>
                </a:solidFill>
              </a:defRPr>
            </a:pPr>
            <a:r>
              <a:rPr sz="6450" b="1">
                <a:solidFill>
                  <a:srgbClr val="0B2C50"/>
                </a:solidFill>
              </a:rPr>
              <a:t>97.89%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2D05E7-2FCF-4949-A732-8AE24CB3F405}"/>
              </a:ext>
            </a:extLst>
          </p:cNvPr>
          <p:cNvSpPr>
            <a:spLocks noGrp="1"/>
          </p:cNvSpPr>
          <p:nvPr/>
        </p:nvSpPr>
        <p:spPr>
          <a:xfrm>
            <a:off x="904875" y="2857500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000000"/>
                </a:solidFill>
              </a:defRPr>
            </a:defPPr>
            <a:lvl1pPr>
              <a:defRPr sz="2325" b="0">
                <a:solidFill>
                  <a:srgbClr val="000000"/>
                </a:solidFill>
              </a:defRPr>
            </a:lvl1pPr>
            <a:lvl2pPr>
              <a:defRPr sz="2325" b="0">
                <a:solidFill>
                  <a:srgbClr val="000000"/>
                </a:solidFill>
              </a:defRPr>
            </a:lvl2pPr>
            <a:lvl3pPr>
              <a:defRPr sz="2325" b="0">
                <a:solidFill>
                  <a:srgbClr val="000000"/>
                </a:solidFill>
              </a:defRPr>
            </a:lvl3pPr>
            <a:lvl4pPr>
              <a:defRPr sz="2325" b="0">
                <a:solidFill>
                  <a:srgbClr val="000000"/>
                </a:solidFill>
              </a:defRPr>
            </a:lvl4pPr>
            <a:lvl5pPr>
              <a:defRPr sz="2325" b="0">
                <a:solidFill>
                  <a:srgbClr val="000000"/>
                </a:solidFill>
              </a:defRPr>
            </a:lvl5pPr>
            <a:lvl6pPr>
              <a:defRPr sz="2325" b="0">
                <a:solidFill>
                  <a:srgbClr val="000000"/>
                </a:solidFill>
              </a:defRPr>
            </a:lvl6pPr>
            <a:lvl7pPr>
              <a:defRPr sz="2325" b="0">
                <a:solidFill>
                  <a:srgbClr val="000000"/>
                </a:solidFill>
              </a:defRPr>
            </a:lvl7pPr>
            <a:lvl8pPr>
              <a:defRPr sz="2325" b="0">
                <a:solidFill>
                  <a:srgbClr val="000000"/>
                </a:solidFill>
              </a:defRPr>
            </a:lvl8pPr>
            <a:lvl9pPr>
              <a:defRPr sz="2325" b="0">
                <a:solidFill>
                  <a:srgbClr val="000000"/>
                </a:solidFill>
              </a:defRPr>
            </a:lvl9pPr>
          </a:lstStyle>
          <a:p>
            <a:pPr>
              <a:defRPr sz="2325" b="0">
                <a:solidFill>
                  <a:srgbClr val="000000"/>
                </a:solidFill>
              </a:defRPr>
            </a:pPr>
            <a:r>
              <a:rPr sz="2325" b="0">
                <a:solidFill>
                  <a:srgbClr val="000000"/>
                </a:solidFill>
              </a:rPr>
              <a:t>Test accuracy on 12,630 images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C0902D-02D6-4B5B-8F28-41028693A686}"/>
              </a:ext>
            </a:extLst>
          </p:cNvPr>
          <p:cNvSpPr>
            <a:spLocks noGrp="1"/>
          </p:cNvSpPr>
          <p:nvPr/>
        </p:nvSpPr>
        <p:spPr>
          <a:xfrm>
            <a:off x="904875" y="3810000"/>
            <a:ext cx="619125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000000"/>
                </a:solidFill>
              </a:defRPr>
            </a:defPPr>
            <a:lvl1pPr>
              <a:defRPr sz="2400" b="0">
                <a:solidFill>
                  <a:srgbClr val="000000"/>
                </a:solidFill>
              </a:defRPr>
            </a:lvl1pPr>
            <a:lvl2pPr>
              <a:defRPr sz="2400" b="0">
                <a:solidFill>
                  <a:srgbClr val="000000"/>
                </a:solidFill>
              </a:defRPr>
            </a:lvl2pPr>
            <a:lvl3pPr>
              <a:defRPr sz="2400" b="0">
                <a:solidFill>
                  <a:srgbClr val="000000"/>
                </a:solidFill>
              </a:defRPr>
            </a:lvl3pPr>
            <a:lvl4pPr>
              <a:defRPr sz="2400" b="0">
                <a:solidFill>
                  <a:srgbClr val="000000"/>
                </a:solidFill>
              </a:defRPr>
            </a:lvl4pPr>
            <a:lvl5pPr>
              <a:defRPr sz="2400" b="0">
                <a:solidFill>
                  <a:srgbClr val="000000"/>
                </a:solidFill>
              </a:defRPr>
            </a:lvl5pPr>
            <a:lvl6pPr>
              <a:defRPr sz="2400" b="0">
                <a:solidFill>
                  <a:srgbClr val="000000"/>
                </a:solidFill>
              </a:defRPr>
            </a:lvl6pPr>
            <a:lvl7pPr>
              <a:defRPr sz="2400" b="0">
                <a:solidFill>
                  <a:srgbClr val="000000"/>
                </a:solidFill>
              </a:defRPr>
            </a:lvl7pPr>
            <a:lvl8pPr>
              <a:defRPr sz="2400" b="0">
                <a:solidFill>
                  <a:srgbClr val="000000"/>
                </a:solidFill>
              </a:defRPr>
            </a:lvl8pPr>
            <a:lvl9pPr>
              <a:defRPr sz="2400" b="0">
                <a:solidFill>
                  <a:srgbClr val="000000"/>
                </a:solidFill>
              </a:defRPr>
            </a:lvl9pPr>
          </a:lstStyle>
          <a:p>
            <a:pPr>
              <a:defRPr sz="2400" b="0">
                <a:solidFill>
                  <a:srgbClr val="000000"/>
                </a:solidFill>
              </a:defRPr>
            </a:pPr>
            <a:r>
              <a:rPr sz="2400" b="0">
                <a:solidFill>
                  <a:srgbClr val="000000"/>
                </a:solidFill>
              </a:rPr>
              <a:t>Macro F1-score: 0.97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rPr sz="2400" b="0">
                <a:solidFill>
                  <a:srgbClr val="000000"/>
                </a:solidFill>
              </a:rPr>
              <a:t>Weighted F1-score: 0.98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D810CA-15BC-4F29-ABFC-029DD68EAAA0}"/>
              </a:ext>
            </a:extLst>
          </p:cNvPr>
          <p:cNvSpPr>
            <a:spLocks noGrp="1"/>
          </p:cNvSpPr>
          <p:nvPr/>
        </p:nvSpPr>
        <p:spPr>
          <a:xfrm>
            <a:off x="904875" y="5286375"/>
            <a:ext cx="62865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000000"/>
                </a:solidFill>
              </a:defRPr>
            </a:defPPr>
            <a:lvl1pPr>
              <a:defRPr sz="2025" b="0">
                <a:solidFill>
                  <a:srgbClr val="000000"/>
                </a:solidFill>
              </a:defRPr>
            </a:lvl1pPr>
            <a:lvl2pPr>
              <a:defRPr sz="2025" b="0">
                <a:solidFill>
                  <a:srgbClr val="000000"/>
                </a:solidFill>
              </a:defRPr>
            </a:lvl2pPr>
            <a:lvl3pPr>
              <a:defRPr sz="2025" b="0">
                <a:solidFill>
                  <a:srgbClr val="000000"/>
                </a:solidFill>
              </a:defRPr>
            </a:lvl3pPr>
            <a:lvl4pPr>
              <a:defRPr sz="2025" b="0">
                <a:solidFill>
                  <a:srgbClr val="000000"/>
                </a:solidFill>
              </a:defRPr>
            </a:lvl4pPr>
            <a:lvl5pPr>
              <a:defRPr sz="2025" b="0">
                <a:solidFill>
                  <a:srgbClr val="000000"/>
                </a:solidFill>
              </a:defRPr>
            </a:lvl5pPr>
            <a:lvl6pPr>
              <a:defRPr sz="2025" b="0">
                <a:solidFill>
                  <a:srgbClr val="000000"/>
                </a:solidFill>
              </a:defRPr>
            </a:lvl6pPr>
            <a:lvl7pPr>
              <a:defRPr sz="2025" b="0">
                <a:solidFill>
                  <a:srgbClr val="000000"/>
                </a:solidFill>
              </a:defRPr>
            </a:lvl7pPr>
            <a:lvl8pPr>
              <a:defRPr sz="2025" b="0">
                <a:solidFill>
                  <a:srgbClr val="000000"/>
                </a:solidFill>
              </a:defRPr>
            </a:lvl8pPr>
            <a:lvl9pPr>
              <a:defRPr sz="2025" b="0">
                <a:solidFill>
                  <a:srgbClr val="000000"/>
                </a:solidFill>
              </a:defRPr>
            </a:lvl9pPr>
          </a:lstStyle>
          <a:p>
            <a:pPr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Harder categories include ice / snow</a:t>
            </a:r>
          </a:p>
          <a:p>
            <a:pPr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and end of no passing.</a:t>
            </a:r>
          </a:p>
          <a:p>
            <a:pPr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Both have an F1-score of 0.86.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C9DD354-1EBF-4FF2-8862-A9BE75BC2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449924" y="1571625"/>
            <a:ext cx="2435902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938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FE1524-0713-4A99-9DBD-8F5C9132FB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9D56A7-280A-4A3C-9025-A9C4D408FED8}"/>
              </a:ext>
            </a:extLst>
          </p:cNvPr>
          <p:cNvSpPr>
            <a:spLocks noGrp="1"/>
          </p:cNvSpPr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D1D333-C509-4ACC-B2CD-8658F3FEA155}"/>
              </a:ext>
            </a:extLst>
          </p:cNvPr>
          <p:cNvSpPr>
            <a:spLocks noGrp="1"/>
          </p:cNvSpPr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A8CD56-EC20-4AC2-8854-3748CF1591E3}"/>
              </a:ext>
            </a:extLst>
          </p:cNvPr>
          <p:cNvSpPr>
            <a:spLocks noGrp="1"/>
          </p:cNvSpPr>
          <p:nvPr/>
        </p:nvSpPr>
        <p:spPr>
          <a:xfrm>
            <a:off x="713232" y="274320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sz="3000" b="1">
                <a:solidFill>
                  <a:srgbClr val="0B2C50"/>
                </a:solidFill>
              </a:defRPr>
            </a:defPPr>
            <a:lvl1pPr>
              <a:defRPr sz="3000" b="1">
                <a:solidFill>
                  <a:srgbClr val="0B2C50"/>
                </a:solidFill>
              </a:defRPr>
            </a:lvl1pPr>
            <a:lvl2pPr>
              <a:defRPr sz="3000" b="1">
                <a:solidFill>
                  <a:srgbClr val="0B2C50"/>
                </a:solidFill>
              </a:defRPr>
            </a:lvl2pPr>
            <a:lvl3pPr>
              <a:defRPr sz="3000" b="1">
                <a:solidFill>
                  <a:srgbClr val="0B2C50"/>
                </a:solidFill>
              </a:defRPr>
            </a:lvl3pPr>
            <a:lvl4pPr>
              <a:defRPr sz="3000" b="1">
                <a:solidFill>
                  <a:srgbClr val="0B2C50"/>
                </a:solidFill>
              </a:defRPr>
            </a:lvl4pPr>
            <a:lvl5pPr>
              <a:defRPr sz="3000" b="1">
                <a:solidFill>
                  <a:srgbClr val="0B2C50"/>
                </a:solidFill>
              </a:defRPr>
            </a:lvl5pPr>
            <a:lvl6pPr>
              <a:defRPr sz="3000" b="1">
                <a:solidFill>
                  <a:srgbClr val="0B2C50"/>
                </a:solidFill>
              </a:defRPr>
            </a:lvl6pPr>
            <a:lvl7pPr>
              <a:defRPr sz="3000" b="1">
                <a:solidFill>
                  <a:srgbClr val="0B2C50"/>
                </a:solidFill>
              </a:defRPr>
            </a:lvl7pPr>
            <a:lvl8pPr>
              <a:defRPr sz="3000" b="1">
                <a:solidFill>
                  <a:srgbClr val="0B2C50"/>
                </a:solidFill>
              </a:defRPr>
            </a:lvl8pPr>
            <a:lvl9pPr>
              <a:defRPr sz="3000" b="1">
                <a:solidFill>
                  <a:srgbClr val="0B2C50"/>
                </a:solidFill>
              </a:defRPr>
            </a:lvl9pPr>
          </a:lstStyle>
          <a:p>
            <a:pPr algn="l">
              <a:buNone/>
              <a:defRPr sz="3000" b="1">
                <a:solidFill>
                  <a:srgbClr val="0B2C50"/>
                </a:solidFill>
              </a:defRPr>
            </a:pPr>
            <a:r>
              <a:rPr sz="3000" b="1">
                <a:solidFill>
                  <a:srgbClr val="0B2C50"/>
                </a:solidFill>
                <a:latin typeface="+mj-lt"/>
                <a:ea typeface="+mj-lt"/>
                <a:cs typeface="+mj-lt"/>
              </a:rPr>
              <a:t>Streamlit Application Demo</a:t>
            </a:r>
            <a:endParaRPr sz="3200" b="1">
              <a:solidFill>
                <a:srgbClr val="072A52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719BEB-EA47-47E5-B7B3-2AE6ECA62238}"/>
              </a:ext>
            </a:extLst>
          </p:cNvPr>
          <p:cNvSpPr>
            <a:spLocks noGrp="1"/>
          </p:cNvSpPr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7057B2-37BA-4D26-AE73-7AECFAA76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106319"/>
            <a:ext cx="1383486" cy="13967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C15514-6D1B-4D20-2429-5669DFEA4C1E}"/>
              </a:ext>
            </a:extLst>
          </p:cNvPr>
          <p:cNvSpPr>
            <a:spLocks noGrp="1"/>
          </p:cNvSpPr>
          <p:nvPr/>
        </p:nvSpPr>
        <p:spPr>
          <a:xfrm>
            <a:off x="10763250" y="6667500"/>
            <a:ext cx="68262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 algn="r">
              <a:defRPr sz="1200" b="0">
                <a:solidFill>
                  <a:srgbClr val="FFFFFF"/>
                </a:solidFill>
              </a:defRPr>
            </a:defPPr>
            <a:lvl1pPr algn="r">
              <a:defRPr sz="1200" b="0">
                <a:solidFill>
                  <a:srgbClr val="FFFFFF"/>
                </a:solidFill>
              </a:defRPr>
            </a:lvl1pPr>
            <a:lvl2pPr algn="r">
              <a:defRPr sz="1200" b="0">
                <a:solidFill>
                  <a:srgbClr val="FFFFFF"/>
                </a:solidFill>
              </a:defRPr>
            </a:lvl2pPr>
            <a:lvl3pPr algn="r">
              <a:defRPr sz="1200" b="0">
                <a:solidFill>
                  <a:srgbClr val="FFFFFF"/>
                </a:solidFill>
              </a:defRPr>
            </a:lvl3pPr>
            <a:lvl4pPr algn="r">
              <a:defRPr sz="1200" b="0">
                <a:solidFill>
                  <a:srgbClr val="FFFFFF"/>
                </a:solidFill>
              </a:defRPr>
            </a:lvl4pPr>
            <a:lvl5pPr algn="r">
              <a:defRPr sz="1200" b="0">
                <a:solidFill>
                  <a:srgbClr val="FFFFFF"/>
                </a:solidFill>
              </a:defRPr>
            </a:lvl5pPr>
            <a:lvl6pPr algn="r">
              <a:defRPr sz="1200" b="0">
                <a:solidFill>
                  <a:srgbClr val="FFFFFF"/>
                </a:solidFill>
              </a:defRPr>
            </a:lvl6pPr>
            <a:lvl7pPr algn="r">
              <a:defRPr sz="1200" b="0">
                <a:solidFill>
                  <a:srgbClr val="FFFFFF"/>
                </a:solidFill>
              </a:defRPr>
            </a:lvl7pPr>
            <a:lvl8pPr algn="r">
              <a:defRPr sz="1200" b="0">
                <a:solidFill>
                  <a:srgbClr val="FFFFFF"/>
                </a:solidFill>
              </a:defRPr>
            </a:lvl8pPr>
            <a:lvl9pPr algn="r">
              <a:defRPr sz="1200" b="0">
                <a:solidFill>
                  <a:srgbClr val="FFFFFF"/>
                </a:solidFill>
              </a:defRPr>
            </a:lvl9pPr>
          </a:lstStyle>
          <a:p>
            <a:pPr algn="r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+mj-lt"/>
                <a:ea typeface="+mj-lt"/>
                <a:cs typeface="+mj-lt"/>
              </a:rPr>
              <a:t>Slide 7 of 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4F0D41-996B-4F5B-8D8E-345496CC1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4375" y="1632810"/>
            <a:ext cx="6191250" cy="20207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177135-197A-4594-9A55-D426458A7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77125" y="1571625"/>
            <a:ext cx="4000500" cy="48577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4683444-6750-4D45-8D26-4D1CBCA55B5E}"/>
              </a:ext>
            </a:extLst>
          </p:cNvPr>
          <p:cNvSpPr>
            <a:spLocks noGrp="1"/>
          </p:cNvSpPr>
          <p:nvPr/>
        </p:nvSpPr>
        <p:spPr>
          <a:xfrm>
            <a:off x="809625" y="4048125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0B2C50"/>
                </a:solidFill>
              </a:defRPr>
            </a:defPPr>
            <a:lvl1pPr>
              <a:defRPr sz="2250" b="1">
                <a:solidFill>
                  <a:srgbClr val="0B2C50"/>
                </a:solidFill>
              </a:defRPr>
            </a:lvl1pPr>
            <a:lvl2pPr>
              <a:defRPr sz="2250" b="1">
                <a:solidFill>
                  <a:srgbClr val="0B2C50"/>
                </a:solidFill>
              </a:defRPr>
            </a:lvl2pPr>
            <a:lvl3pPr>
              <a:defRPr sz="2250" b="1">
                <a:solidFill>
                  <a:srgbClr val="0B2C50"/>
                </a:solidFill>
              </a:defRPr>
            </a:lvl3pPr>
            <a:lvl4pPr>
              <a:defRPr sz="2250" b="1">
                <a:solidFill>
                  <a:srgbClr val="0B2C50"/>
                </a:solidFill>
              </a:defRPr>
            </a:lvl4pPr>
            <a:lvl5pPr>
              <a:defRPr sz="2250" b="1">
                <a:solidFill>
                  <a:srgbClr val="0B2C50"/>
                </a:solidFill>
              </a:defRPr>
            </a:lvl5pPr>
            <a:lvl6pPr>
              <a:defRPr sz="2250" b="1">
                <a:solidFill>
                  <a:srgbClr val="0B2C50"/>
                </a:solidFill>
              </a:defRPr>
            </a:lvl6pPr>
            <a:lvl7pPr>
              <a:defRPr sz="2250" b="1">
                <a:solidFill>
                  <a:srgbClr val="0B2C50"/>
                </a:solidFill>
              </a:defRPr>
            </a:lvl7pPr>
            <a:lvl8pPr>
              <a:defRPr sz="2250" b="1">
                <a:solidFill>
                  <a:srgbClr val="0B2C50"/>
                </a:solidFill>
              </a:defRPr>
            </a:lvl8pPr>
            <a:lvl9pPr>
              <a:defRPr sz="2250" b="1">
                <a:solidFill>
                  <a:srgbClr val="0B2C50"/>
                </a:solidFill>
              </a:defRPr>
            </a:lvl9pPr>
          </a:lstStyle>
          <a:p>
            <a:pPr>
              <a:defRPr sz="2250" b="1">
                <a:solidFill>
                  <a:srgbClr val="0B2C50"/>
                </a:solidFill>
              </a:defRPr>
            </a:pPr>
            <a:r>
              <a:rPr sz="2250" b="1">
                <a:solidFill>
                  <a:srgbClr val="0B2C50"/>
                </a:solidFill>
              </a:rPr>
              <a:t>1. Upload a traffic sign image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489B69-E5AD-4F59-A069-C25E83DE5FD4}"/>
              </a:ext>
            </a:extLst>
          </p:cNvPr>
          <p:cNvSpPr>
            <a:spLocks noGrp="1"/>
          </p:cNvSpPr>
          <p:nvPr/>
        </p:nvSpPr>
        <p:spPr>
          <a:xfrm>
            <a:off x="809625" y="4667250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000000"/>
                </a:solidFill>
              </a:defRPr>
            </a:defPPr>
            <a:lvl1pPr>
              <a:defRPr sz="2250" b="0">
                <a:solidFill>
                  <a:srgbClr val="000000"/>
                </a:solidFill>
              </a:defRPr>
            </a:lvl1pPr>
            <a:lvl2pPr>
              <a:defRPr sz="2250" b="0">
                <a:solidFill>
                  <a:srgbClr val="000000"/>
                </a:solidFill>
              </a:defRPr>
            </a:lvl2pPr>
            <a:lvl3pPr>
              <a:defRPr sz="2250" b="0">
                <a:solidFill>
                  <a:srgbClr val="000000"/>
                </a:solidFill>
              </a:defRPr>
            </a:lvl3pPr>
            <a:lvl4pPr>
              <a:defRPr sz="2250" b="0">
                <a:solidFill>
                  <a:srgbClr val="000000"/>
                </a:solidFill>
              </a:defRPr>
            </a:lvl4pPr>
            <a:lvl5pPr>
              <a:defRPr sz="2250" b="0">
                <a:solidFill>
                  <a:srgbClr val="000000"/>
                </a:solidFill>
              </a:defRPr>
            </a:lvl5pPr>
            <a:lvl6pPr>
              <a:defRPr sz="2250" b="0">
                <a:solidFill>
                  <a:srgbClr val="000000"/>
                </a:solidFill>
              </a:defRPr>
            </a:lvl6pPr>
            <a:lvl7pPr>
              <a:defRPr sz="2250" b="0">
                <a:solidFill>
                  <a:srgbClr val="000000"/>
                </a:solidFill>
              </a:defRPr>
            </a:lvl7pPr>
            <a:lvl8pPr>
              <a:defRPr sz="2250" b="0">
                <a:solidFill>
                  <a:srgbClr val="000000"/>
                </a:solidFill>
              </a:defRPr>
            </a:lvl8pPr>
            <a:lvl9pPr>
              <a:defRPr sz="2250" b="0">
                <a:solidFill>
                  <a:srgbClr val="000000"/>
                </a:solidFill>
              </a:defRPr>
            </a:lvl9pPr>
          </a:lstStyle>
          <a:p>
            <a:pPr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2. Apply the same preprocessing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C2233D-72A9-452F-AA7E-48F8F941D3A0}"/>
              </a:ext>
            </a:extLst>
          </p:cNvPr>
          <p:cNvSpPr>
            <a:spLocks noGrp="1"/>
          </p:cNvSpPr>
          <p:nvPr/>
        </p:nvSpPr>
        <p:spPr>
          <a:xfrm>
            <a:off x="809625" y="5286375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000000"/>
                </a:solidFill>
              </a:defRPr>
            </a:defPPr>
            <a:lvl1pPr>
              <a:defRPr sz="2250" b="0">
                <a:solidFill>
                  <a:srgbClr val="000000"/>
                </a:solidFill>
              </a:defRPr>
            </a:lvl1pPr>
            <a:lvl2pPr>
              <a:defRPr sz="2250" b="0">
                <a:solidFill>
                  <a:srgbClr val="000000"/>
                </a:solidFill>
              </a:defRPr>
            </a:lvl2pPr>
            <a:lvl3pPr>
              <a:defRPr sz="2250" b="0">
                <a:solidFill>
                  <a:srgbClr val="000000"/>
                </a:solidFill>
              </a:defRPr>
            </a:lvl3pPr>
            <a:lvl4pPr>
              <a:defRPr sz="2250" b="0">
                <a:solidFill>
                  <a:srgbClr val="000000"/>
                </a:solidFill>
              </a:defRPr>
            </a:lvl4pPr>
            <a:lvl5pPr>
              <a:defRPr sz="2250" b="0">
                <a:solidFill>
                  <a:srgbClr val="000000"/>
                </a:solidFill>
              </a:defRPr>
            </a:lvl5pPr>
            <a:lvl6pPr>
              <a:defRPr sz="2250" b="0">
                <a:solidFill>
                  <a:srgbClr val="000000"/>
                </a:solidFill>
              </a:defRPr>
            </a:lvl6pPr>
            <a:lvl7pPr>
              <a:defRPr sz="2250" b="0">
                <a:solidFill>
                  <a:srgbClr val="000000"/>
                </a:solidFill>
              </a:defRPr>
            </a:lvl7pPr>
            <a:lvl8pPr>
              <a:defRPr sz="2250" b="0">
                <a:solidFill>
                  <a:srgbClr val="000000"/>
                </a:solidFill>
              </a:defRPr>
            </a:lvl8pPr>
            <a:lvl9pPr>
              <a:defRPr sz="2250" b="0">
                <a:solidFill>
                  <a:srgbClr val="000000"/>
                </a:solidFill>
              </a:defRPr>
            </a:lvl9pPr>
          </a:lstStyle>
          <a:p>
            <a:pPr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3. Display the top 3 predictions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55A46E-7E42-44BA-858F-4D96A6B97E6D}"/>
              </a:ext>
            </a:extLst>
          </p:cNvPr>
          <p:cNvSpPr>
            <a:spLocks noGrp="1"/>
          </p:cNvSpPr>
          <p:nvPr/>
        </p:nvSpPr>
        <p:spPr>
          <a:xfrm>
            <a:off x="809625" y="5953125"/>
            <a:ext cx="6286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000000"/>
                </a:solidFill>
              </a:defRPr>
            </a:defPPr>
            <a:lvl1pPr>
              <a:defRPr sz="2025" b="0">
                <a:solidFill>
                  <a:srgbClr val="000000"/>
                </a:solidFill>
              </a:defRPr>
            </a:lvl1pPr>
            <a:lvl2pPr>
              <a:defRPr sz="2025" b="0">
                <a:solidFill>
                  <a:srgbClr val="000000"/>
                </a:solidFill>
              </a:defRPr>
            </a:lvl2pPr>
            <a:lvl3pPr>
              <a:defRPr sz="2025" b="0">
                <a:solidFill>
                  <a:srgbClr val="000000"/>
                </a:solidFill>
              </a:defRPr>
            </a:lvl3pPr>
            <a:lvl4pPr>
              <a:defRPr sz="2025" b="0">
                <a:solidFill>
                  <a:srgbClr val="000000"/>
                </a:solidFill>
              </a:defRPr>
            </a:lvl4pPr>
            <a:lvl5pPr>
              <a:defRPr sz="2025" b="0">
                <a:solidFill>
                  <a:srgbClr val="000000"/>
                </a:solidFill>
              </a:defRPr>
            </a:lvl5pPr>
            <a:lvl6pPr>
              <a:defRPr sz="2025" b="0">
                <a:solidFill>
                  <a:srgbClr val="000000"/>
                </a:solidFill>
              </a:defRPr>
            </a:lvl6pPr>
            <a:lvl7pPr>
              <a:defRPr sz="2025" b="0">
                <a:solidFill>
                  <a:srgbClr val="000000"/>
                </a:solidFill>
              </a:defRPr>
            </a:lvl7pPr>
            <a:lvl8pPr>
              <a:defRPr sz="2025" b="0">
                <a:solidFill>
                  <a:srgbClr val="000000"/>
                </a:solidFill>
              </a:defRPr>
            </a:lvl8pPr>
            <a:lvl9pPr>
              <a:defRPr sz="2025" b="0">
                <a:solidFill>
                  <a:srgbClr val="000000"/>
                </a:solidFill>
              </a:defRPr>
            </a:lvl9pPr>
          </a:lstStyle>
          <a:p>
            <a:pPr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Example: 50 km/h, 97.81% confidence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B7E091-20D2-49B8-8D46-F385DA066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25912" y="106310"/>
            <a:ext cx="1383506" cy="139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059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5410A9-B138-823B-3507-C67DB41F09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7F9083-7EC8-714C-EB1B-3316894A57E1}"/>
              </a:ext>
            </a:extLst>
          </p:cNvPr>
          <p:cNvSpPr>
            <a:spLocks noGrp="1"/>
          </p:cNvSpPr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FFBBC5-0183-F89F-47EE-F5090CC538F4}"/>
              </a:ext>
            </a:extLst>
          </p:cNvPr>
          <p:cNvSpPr>
            <a:spLocks noGrp="1"/>
          </p:cNvSpPr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EEEB00-4FA9-43B7-AF54-AEE4B1024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106319"/>
            <a:ext cx="1383486" cy="1396705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D08A20C7-173A-7F43-4561-F679FB73823C}"/>
              </a:ext>
            </a:extLst>
          </p:cNvPr>
          <p:cNvSpPr>
            <a:spLocks noGrp="1"/>
          </p:cNvSpPr>
          <p:nvPr/>
        </p:nvSpPr>
        <p:spPr>
          <a:xfrm>
            <a:off x="713232" y="274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algn="l">
              <a:defRPr sz="3000" b="1">
                <a:solidFill>
                  <a:srgbClr val="0B2C50"/>
                </a:solidFill>
              </a:defRPr>
            </a:defPPr>
            <a:lvl1pPr algn="l">
              <a:defRPr sz="3000" b="1">
                <a:solidFill>
                  <a:srgbClr val="0B2C50"/>
                </a:solidFill>
              </a:defRPr>
            </a:lvl1pPr>
            <a:lvl2pPr algn="l">
              <a:defRPr sz="3000" b="1">
                <a:solidFill>
                  <a:srgbClr val="0B2C50"/>
                </a:solidFill>
              </a:defRPr>
            </a:lvl2pPr>
            <a:lvl3pPr algn="l">
              <a:defRPr sz="3000" b="1">
                <a:solidFill>
                  <a:srgbClr val="0B2C50"/>
                </a:solidFill>
              </a:defRPr>
            </a:lvl3pPr>
            <a:lvl4pPr algn="l">
              <a:defRPr sz="3000" b="1">
                <a:solidFill>
                  <a:srgbClr val="0B2C50"/>
                </a:solidFill>
              </a:defRPr>
            </a:lvl4pPr>
            <a:lvl5pPr algn="l">
              <a:defRPr sz="3000" b="1">
                <a:solidFill>
                  <a:srgbClr val="0B2C50"/>
                </a:solidFill>
              </a:defRPr>
            </a:lvl5pPr>
            <a:lvl6pPr algn="l">
              <a:defRPr sz="3000" b="1">
                <a:solidFill>
                  <a:srgbClr val="0B2C50"/>
                </a:solidFill>
              </a:defRPr>
            </a:lvl6pPr>
            <a:lvl7pPr algn="l">
              <a:defRPr sz="3000" b="1">
                <a:solidFill>
                  <a:srgbClr val="0B2C50"/>
                </a:solidFill>
              </a:defRPr>
            </a:lvl7pPr>
            <a:lvl8pPr algn="l">
              <a:defRPr sz="3000" b="1">
                <a:solidFill>
                  <a:srgbClr val="0B2C50"/>
                </a:solidFill>
              </a:defRPr>
            </a:lvl8pPr>
            <a:lvl9pPr algn="l">
              <a:defRPr sz="3000" b="1">
                <a:solidFill>
                  <a:srgbClr val="0B2C50"/>
                </a:solidFill>
              </a:defRPr>
            </a:lvl9pPr>
          </a:lstStyle>
          <a:p>
            <a:pPr lvl="0" algn="l">
              <a:buNone/>
              <a:defRPr sz="3000" b="1">
                <a:solidFill>
                  <a:srgbClr val="0B2C50"/>
                </a:solidFill>
              </a:defRPr>
            </a:pPr>
            <a:r>
              <a:rPr sz="3000" b="1">
                <a:solidFill>
                  <a:srgbClr val="0B2C50"/>
                </a:solidFill>
              </a:rPr>
              <a:t>Conclusion and Future Scope</a:t>
            </a:r>
            <a:endParaRPr sz="54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8C362-000C-F36D-DA47-88CF8AF95CDD}"/>
              </a:ext>
            </a:extLst>
          </p:cNvPr>
          <p:cNvSpPr>
            <a:spLocks noGrp="1"/>
          </p:cNvSpPr>
          <p:nvPr/>
        </p:nvSpPr>
        <p:spPr>
          <a:xfrm>
            <a:off x="10763250" y="6667500"/>
            <a:ext cx="68262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 algn="r">
              <a:defRPr sz="1200" b="0">
                <a:solidFill>
                  <a:srgbClr val="FFFFFF"/>
                </a:solidFill>
              </a:defRPr>
            </a:defPPr>
            <a:lvl1pPr algn="r">
              <a:defRPr sz="1200" b="0">
                <a:solidFill>
                  <a:srgbClr val="FFFFFF"/>
                </a:solidFill>
              </a:defRPr>
            </a:lvl1pPr>
            <a:lvl2pPr algn="r">
              <a:defRPr sz="1200" b="0">
                <a:solidFill>
                  <a:srgbClr val="FFFFFF"/>
                </a:solidFill>
              </a:defRPr>
            </a:lvl2pPr>
            <a:lvl3pPr algn="r">
              <a:defRPr sz="1200" b="0">
                <a:solidFill>
                  <a:srgbClr val="FFFFFF"/>
                </a:solidFill>
              </a:defRPr>
            </a:lvl3pPr>
            <a:lvl4pPr algn="r">
              <a:defRPr sz="1200" b="0">
                <a:solidFill>
                  <a:srgbClr val="FFFFFF"/>
                </a:solidFill>
              </a:defRPr>
            </a:lvl4pPr>
            <a:lvl5pPr algn="r">
              <a:defRPr sz="1200" b="0">
                <a:solidFill>
                  <a:srgbClr val="FFFFFF"/>
                </a:solidFill>
              </a:defRPr>
            </a:lvl5pPr>
            <a:lvl6pPr algn="r">
              <a:defRPr sz="1200" b="0">
                <a:solidFill>
                  <a:srgbClr val="FFFFFF"/>
                </a:solidFill>
              </a:defRPr>
            </a:lvl6pPr>
            <a:lvl7pPr algn="r">
              <a:defRPr sz="1200" b="0">
                <a:solidFill>
                  <a:srgbClr val="FFFFFF"/>
                </a:solidFill>
              </a:defRPr>
            </a:lvl7pPr>
            <a:lvl8pPr algn="r">
              <a:defRPr sz="1200" b="0">
                <a:solidFill>
                  <a:srgbClr val="FFFFFF"/>
                </a:solidFill>
              </a:defRPr>
            </a:lvl8pPr>
            <a:lvl9pPr algn="r">
              <a:defRPr sz="1200" b="0">
                <a:solidFill>
                  <a:srgbClr val="FFFFFF"/>
                </a:solidFill>
              </a:defRPr>
            </a:lvl9pPr>
          </a:lstStyle>
          <a:p>
            <a:pPr algn="r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+mj-lt"/>
                <a:ea typeface="+mj-lt"/>
                <a:cs typeface="+mj-lt"/>
              </a:rPr>
              <a:t>Slide 8 of 8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8BE5BB8-C0A9-47C1-B17F-4FD5BA016707}"/>
              </a:ext>
            </a:extLst>
          </p:cNvPr>
          <p:cNvSpPr>
            <a:spLocks noGrp="1"/>
          </p:cNvSpPr>
          <p:nvPr/>
        </p:nvSpPr>
        <p:spPr>
          <a:xfrm>
            <a:off x="809625" y="16192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0B2C50"/>
                </a:solidFill>
              </a:defRPr>
            </a:defPPr>
            <a:lvl1pPr>
              <a:defRPr sz="2400" b="1">
                <a:solidFill>
                  <a:srgbClr val="0B2C50"/>
                </a:solidFill>
              </a:defRPr>
            </a:lvl1pPr>
            <a:lvl2pPr>
              <a:defRPr sz="2400" b="1">
                <a:solidFill>
                  <a:srgbClr val="0B2C50"/>
                </a:solidFill>
              </a:defRPr>
            </a:lvl2pPr>
            <a:lvl3pPr>
              <a:defRPr sz="2400" b="1">
                <a:solidFill>
                  <a:srgbClr val="0B2C50"/>
                </a:solidFill>
              </a:defRPr>
            </a:lvl3pPr>
            <a:lvl4pPr>
              <a:defRPr sz="2400" b="1">
                <a:solidFill>
                  <a:srgbClr val="0B2C50"/>
                </a:solidFill>
              </a:defRPr>
            </a:lvl4pPr>
            <a:lvl5pPr>
              <a:defRPr sz="2400" b="1">
                <a:solidFill>
                  <a:srgbClr val="0B2C50"/>
                </a:solidFill>
              </a:defRPr>
            </a:lvl5pPr>
            <a:lvl6pPr>
              <a:defRPr sz="2400" b="1">
                <a:solidFill>
                  <a:srgbClr val="0B2C50"/>
                </a:solidFill>
              </a:defRPr>
            </a:lvl6pPr>
            <a:lvl7pPr>
              <a:defRPr sz="2400" b="1">
                <a:solidFill>
                  <a:srgbClr val="0B2C50"/>
                </a:solidFill>
              </a:defRPr>
            </a:lvl7pPr>
            <a:lvl8pPr>
              <a:defRPr sz="2400" b="1">
                <a:solidFill>
                  <a:srgbClr val="0B2C50"/>
                </a:solidFill>
              </a:defRPr>
            </a:lvl8pPr>
            <a:lvl9pPr>
              <a:defRPr sz="2400" b="1">
                <a:solidFill>
                  <a:srgbClr val="0B2C50"/>
                </a:solidFill>
              </a:defRPr>
            </a:lvl9pPr>
          </a:lstStyle>
          <a:p>
            <a:pPr>
              <a:defRPr sz="2400" b="1">
                <a:solidFill>
                  <a:srgbClr val="0B2C50"/>
                </a:solidFill>
              </a:defRPr>
            </a:pPr>
            <a:r>
              <a:rPr sz="2400" b="1">
                <a:solidFill>
                  <a:srgbClr val="0B2C50"/>
                </a:solidFill>
              </a:rPr>
              <a:t>Project outcome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2A51D14-F413-419E-B7BF-C5B5FF96FA85}"/>
              </a:ext>
            </a:extLst>
          </p:cNvPr>
          <p:cNvSpPr>
            <a:spLocks noGrp="1"/>
          </p:cNvSpPr>
          <p:nvPr/>
        </p:nvSpPr>
        <p:spPr>
          <a:xfrm>
            <a:off x="809625" y="2238375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000000"/>
                </a:solidFill>
              </a:defRPr>
            </a:defPPr>
            <a:lvl1pPr>
              <a:defRPr sz="2250" b="0">
                <a:solidFill>
                  <a:srgbClr val="000000"/>
                </a:solidFill>
              </a:defRPr>
            </a:lvl1pPr>
            <a:lvl2pPr>
              <a:defRPr sz="2250" b="0">
                <a:solidFill>
                  <a:srgbClr val="000000"/>
                </a:solidFill>
              </a:defRPr>
            </a:lvl2pPr>
            <a:lvl3pPr>
              <a:defRPr sz="2250" b="0">
                <a:solidFill>
                  <a:srgbClr val="000000"/>
                </a:solidFill>
              </a:defRPr>
            </a:lvl3pPr>
            <a:lvl4pPr>
              <a:defRPr sz="2250" b="0">
                <a:solidFill>
                  <a:srgbClr val="000000"/>
                </a:solidFill>
              </a:defRPr>
            </a:lvl4pPr>
            <a:lvl5pPr>
              <a:defRPr sz="2250" b="0">
                <a:solidFill>
                  <a:srgbClr val="000000"/>
                </a:solidFill>
              </a:defRPr>
            </a:lvl5pPr>
            <a:lvl6pPr>
              <a:defRPr sz="2250" b="0">
                <a:solidFill>
                  <a:srgbClr val="000000"/>
                </a:solidFill>
              </a:defRPr>
            </a:lvl6pPr>
            <a:lvl7pPr>
              <a:defRPr sz="2250" b="0">
                <a:solidFill>
                  <a:srgbClr val="000000"/>
                </a:solidFill>
              </a:defRPr>
            </a:lvl7pPr>
            <a:lvl8pPr>
              <a:defRPr sz="2250" b="0">
                <a:solidFill>
                  <a:srgbClr val="000000"/>
                </a:solidFill>
              </a:defRPr>
            </a:lvl8pPr>
            <a:lvl9pPr>
              <a:defRPr sz="2250" b="0">
                <a:solidFill>
                  <a:srgbClr val="000000"/>
                </a:solidFill>
              </a:defRPr>
            </a:lvl9pPr>
          </a:lstStyle>
          <a:p>
            <a:pPr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A CNN trained from scratch recognizes 43 traffic sign classes.</a:t>
            </a:r>
          </a:p>
          <a:p>
            <a:pPr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The supplied test run achieves 97.89% accuracy.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93B9F54-2134-4BA6-8065-BDF73A0DFAF4}"/>
              </a:ext>
            </a:extLst>
          </p:cNvPr>
          <p:cNvSpPr>
            <a:spLocks noGrp="1"/>
          </p:cNvSpPr>
          <p:nvPr/>
        </p:nvSpPr>
        <p:spPr>
          <a:xfrm>
            <a:off x="809625" y="371475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0B2C50"/>
                </a:solidFill>
              </a:defRPr>
            </a:defPPr>
            <a:lvl1pPr>
              <a:defRPr sz="2400" b="1">
                <a:solidFill>
                  <a:srgbClr val="0B2C50"/>
                </a:solidFill>
              </a:defRPr>
            </a:lvl1pPr>
            <a:lvl2pPr>
              <a:defRPr sz="2400" b="1">
                <a:solidFill>
                  <a:srgbClr val="0B2C50"/>
                </a:solidFill>
              </a:defRPr>
            </a:lvl2pPr>
            <a:lvl3pPr>
              <a:defRPr sz="2400" b="1">
                <a:solidFill>
                  <a:srgbClr val="0B2C50"/>
                </a:solidFill>
              </a:defRPr>
            </a:lvl3pPr>
            <a:lvl4pPr>
              <a:defRPr sz="2400" b="1">
                <a:solidFill>
                  <a:srgbClr val="0B2C50"/>
                </a:solidFill>
              </a:defRPr>
            </a:lvl4pPr>
            <a:lvl5pPr>
              <a:defRPr sz="2400" b="1">
                <a:solidFill>
                  <a:srgbClr val="0B2C50"/>
                </a:solidFill>
              </a:defRPr>
            </a:lvl5pPr>
            <a:lvl6pPr>
              <a:defRPr sz="2400" b="1">
                <a:solidFill>
                  <a:srgbClr val="0B2C50"/>
                </a:solidFill>
              </a:defRPr>
            </a:lvl6pPr>
            <a:lvl7pPr>
              <a:defRPr sz="2400" b="1">
                <a:solidFill>
                  <a:srgbClr val="0B2C50"/>
                </a:solidFill>
              </a:defRPr>
            </a:lvl7pPr>
            <a:lvl8pPr>
              <a:defRPr sz="2400" b="1">
                <a:solidFill>
                  <a:srgbClr val="0B2C50"/>
                </a:solidFill>
              </a:defRPr>
            </a:lvl8pPr>
            <a:lvl9pPr>
              <a:defRPr sz="2400" b="1">
                <a:solidFill>
                  <a:srgbClr val="0B2C50"/>
                </a:solidFill>
              </a:defRPr>
            </a:lvl9pPr>
          </a:lstStyle>
          <a:p>
            <a:pPr>
              <a:defRPr sz="2400" b="1">
                <a:solidFill>
                  <a:srgbClr val="0B2C50"/>
                </a:solidFill>
              </a:defRPr>
            </a:pPr>
            <a:r>
              <a:rPr sz="2400" b="1">
                <a:solidFill>
                  <a:srgbClr val="0B2C50"/>
                </a:solidFill>
              </a:rPr>
              <a:t>Current scope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FBD4665-49BA-4F69-91E0-191632616EA0}"/>
              </a:ext>
            </a:extLst>
          </p:cNvPr>
          <p:cNvSpPr>
            <a:spLocks noGrp="1"/>
          </p:cNvSpPr>
          <p:nvPr/>
        </p:nvSpPr>
        <p:spPr>
          <a:xfrm>
            <a:off x="809625" y="4333875"/>
            <a:ext cx="485775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000000"/>
                </a:solidFill>
              </a:defRPr>
            </a:defPPr>
            <a:lvl1pPr>
              <a:defRPr sz="2100" b="0">
                <a:solidFill>
                  <a:srgbClr val="000000"/>
                </a:solidFill>
              </a:defRPr>
            </a:lvl1pPr>
            <a:lvl2pPr>
              <a:defRPr sz="2100" b="0">
                <a:solidFill>
                  <a:srgbClr val="000000"/>
                </a:solidFill>
              </a:defRPr>
            </a:lvl2pPr>
            <a:lvl3pPr>
              <a:defRPr sz="2100" b="0">
                <a:solidFill>
                  <a:srgbClr val="000000"/>
                </a:solidFill>
              </a:defRPr>
            </a:lvl3pPr>
            <a:lvl4pPr>
              <a:defRPr sz="2100" b="0">
                <a:solidFill>
                  <a:srgbClr val="000000"/>
                </a:solidFill>
              </a:defRPr>
            </a:lvl4pPr>
            <a:lvl5pPr>
              <a:defRPr sz="2100" b="0">
                <a:solidFill>
                  <a:srgbClr val="000000"/>
                </a:solidFill>
              </a:defRPr>
            </a:lvl5pPr>
            <a:lvl6pPr>
              <a:defRPr sz="2100" b="0">
                <a:solidFill>
                  <a:srgbClr val="000000"/>
                </a:solidFill>
              </a:defRPr>
            </a:lvl6pPr>
            <a:lvl7pPr>
              <a:defRPr sz="2100" b="0">
                <a:solidFill>
                  <a:srgbClr val="000000"/>
                </a:solidFill>
              </a:defRPr>
            </a:lvl7pPr>
            <a:lvl8pPr>
              <a:defRPr sz="2100" b="0">
                <a:solidFill>
                  <a:srgbClr val="000000"/>
                </a:solidFill>
              </a:defRPr>
            </a:lvl8pPr>
            <a:lvl9pPr>
              <a:defRPr sz="2100" b="0">
                <a:solidFill>
                  <a:srgbClr val="000000"/>
                </a:solidFill>
              </a:defRPr>
            </a:lvl9pPr>
          </a:lstStyle>
          <a:p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Classifies an uploaded sign image.</a:t>
            </a:r>
          </a:p>
          <a:p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Unrelated images still receive a class.</a:t>
            </a:r>
          </a:p>
          <a:p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Full road scenes need sign localization.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4447CEB-4E0F-428E-ADAA-1DB8C5558E9C}"/>
              </a:ext>
            </a:extLst>
          </p:cNvPr>
          <p:cNvSpPr>
            <a:spLocks noGrp="1"/>
          </p:cNvSpPr>
          <p:nvPr/>
        </p:nvSpPr>
        <p:spPr>
          <a:xfrm>
            <a:off x="6477000" y="371475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0B2C50"/>
                </a:solidFill>
              </a:defRPr>
            </a:defPPr>
            <a:lvl1pPr>
              <a:defRPr sz="2400" b="1">
                <a:solidFill>
                  <a:srgbClr val="0B2C50"/>
                </a:solidFill>
              </a:defRPr>
            </a:lvl1pPr>
            <a:lvl2pPr>
              <a:defRPr sz="2400" b="1">
                <a:solidFill>
                  <a:srgbClr val="0B2C50"/>
                </a:solidFill>
              </a:defRPr>
            </a:lvl2pPr>
            <a:lvl3pPr>
              <a:defRPr sz="2400" b="1">
                <a:solidFill>
                  <a:srgbClr val="0B2C50"/>
                </a:solidFill>
              </a:defRPr>
            </a:lvl3pPr>
            <a:lvl4pPr>
              <a:defRPr sz="2400" b="1">
                <a:solidFill>
                  <a:srgbClr val="0B2C50"/>
                </a:solidFill>
              </a:defRPr>
            </a:lvl4pPr>
            <a:lvl5pPr>
              <a:defRPr sz="2400" b="1">
                <a:solidFill>
                  <a:srgbClr val="0B2C50"/>
                </a:solidFill>
              </a:defRPr>
            </a:lvl5pPr>
            <a:lvl6pPr>
              <a:defRPr sz="2400" b="1">
                <a:solidFill>
                  <a:srgbClr val="0B2C50"/>
                </a:solidFill>
              </a:defRPr>
            </a:lvl6pPr>
            <a:lvl7pPr>
              <a:defRPr sz="2400" b="1">
                <a:solidFill>
                  <a:srgbClr val="0B2C50"/>
                </a:solidFill>
              </a:defRPr>
            </a:lvl7pPr>
            <a:lvl8pPr>
              <a:defRPr sz="2400" b="1">
                <a:solidFill>
                  <a:srgbClr val="0B2C50"/>
                </a:solidFill>
              </a:defRPr>
            </a:lvl8pPr>
            <a:lvl9pPr>
              <a:defRPr sz="2400" b="1">
                <a:solidFill>
                  <a:srgbClr val="0B2C50"/>
                </a:solidFill>
              </a:defRPr>
            </a:lvl9pPr>
          </a:lstStyle>
          <a:p>
            <a:pPr>
              <a:defRPr sz="2400" b="1">
                <a:solidFill>
                  <a:srgbClr val="0B2C50"/>
                </a:solidFill>
              </a:defRPr>
            </a:pPr>
            <a:r>
              <a:rPr sz="2400" b="1">
                <a:solidFill>
                  <a:srgbClr val="0B2C50"/>
                </a:solidFill>
              </a:rPr>
              <a:t>Future improvements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ED8CB0F-53BC-4247-BC7A-41AB2BFB7077}"/>
              </a:ext>
            </a:extLst>
          </p:cNvPr>
          <p:cNvSpPr>
            <a:spLocks noGrp="1"/>
          </p:cNvSpPr>
          <p:nvPr/>
        </p:nvSpPr>
        <p:spPr>
          <a:xfrm>
            <a:off x="6477000" y="4333875"/>
            <a:ext cx="49530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000000"/>
                </a:solidFill>
              </a:defRPr>
            </a:defPPr>
            <a:lvl1pPr>
              <a:defRPr sz="2100" b="0">
                <a:solidFill>
                  <a:srgbClr val="000000"/>
                </a:solidFill>
              </a:defRPr>
            </a:lvl1pPr>
            <a:lvl2pPr>
              <a:defRPr sz="2100" b="0">
                <a:solidFill>
                  <a:srgbClr val="000000"/>
                </a:solidFill>
              </a:defRPr>
            </a:lvl2pPr>
            <a:lvl3pPr>
              <a:defRPr sz="2100" b="0">
                <a:solidFill>
                  <a:srgbClr val="000000"/>
                </a:solidFill>
              </a:defRPr>
            </a:lvl3pPr>
            <a:lvl4pPr>
              <a:defRPr sz="2100" b="0">
                <a:solidFill>
                  <a:srgbClr val="000000"/>
                </a:solidFill>
              </a:defRPr>
            </a:lvl4pPr>
            <a:lvl5pPr>
              <a:defRPr sz="2100" b="0">
                <a:solidFill>
                  <a:srgbClr val="000000"/>
                </a:solidFill>
              </a:defRPr>
            </a:lvl5pPr>
            <a:lvl6pPr>
              <a:defRPr sz="2100" b="0">
                <a:solidFill>
                  <a:srgbClr val="000000"/>
                </a:solidFill>
              </a:defRPr>
            </a:lvl6pPr>
            <a:lvl7pPr>
              <a:defRPr sz="2100" b="0">
                <a:solidFill>
                  <a:srgbClr val="000000"/>
                </a:solidFill>
              </a:defRPr>
            </a:lvl7pPr>
            <a:lvl8pPr>
              <a:defRPr sz="2100" b="0">
                <a:solidFill>
                  <a:srgbClr val="000000"/>
                </a:solidFill>
              </a:defRPr>
            </a:lvl8pPr>
            <a:lvl9pPr>
              <a:defRPr sz="2100" b="0">
                <a:solidFill>
                  <a:srgbClr val="000000"/>
                </a:solidFill>
              </a:defRPr>
            </a:lvl9pPr>
          </a:lstStyle>
          <a:p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Augment difficult sign classes.</a:t>
            </a:r>
          </a:p>
          <a:p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Add an object detector for road scenes.</a:t>
            </a:r>
          </a:p>
          <a:p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Explore TensorFlow Lite deployment.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2B7A0BD3-17A6-48A8-8DD2-F27C79885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25912" y="106310"/>
            <a:ext cx="1383506" cy="139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690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579</Words>
  <Application>Microsoft Office PowerPoint</Application>
  <DocSecurity>0</DocSecurity>
  <PresentationFormat>Widescreen</PresentationFormat>
  <Paragraphs>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sajal kamble</cp:lastModifiedBy>
  <cp:revision>4</cp:revision>
  <dcterms:created xsi:type="dcterms:W3CDTF">2026-10-26T02:38:28Z</dcterms:created>
  <dcterms:modified xsi:type="dcterms:W3CDTF">2026-10-26T02:52:31Z</dcterms:modified>
</cp:coreProperties>
</file>